
<file path=[Content_Types].xml><?xml version="1.0" encoding="utf-8"?>
<Types xmlns="http://schemas.openxmlformats.org/package/2006/content-types">
  <Default Extension="png" ContentType="image/png"/>
  <Default Extension="emf" ContentType="image/x-emf"/>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notesMasterIdLst>
    <p:notesMasterId r:id="rId32"/>
  </p:notesMasterIdLst>
  <p:sldIdLst>
    <p:sldId id="344" r:id="rId2"/>
    <p:sldId id="606" r:id="rId3"/>
    <p:sldId id="732" r:id="rId4"/>
    <p:sldId id="775" r:id="rId5"/>
    <p:sldId id="776" r:id="rId6"/>
    <p:sldId id="777" r:id="rId7"/>
    <p:sldId id="778" r:id="rId8"/>
    <p:sldId id="779" r:id="rId9"/>
    <p:sldId id="780" r:id="rId10"/>
    <p:sldId id="781" r:id="rId11"/>
    <p:sldId id="782" r:id="rId12"/>
    <p:sldId id="783" r:id="rId13"/>
    <p:sldId id="784" r:id="rId14"/>
    <p:sldId id="785" r:id="rId15"/>
    <p:sldId id="786" r:id="rId16"/>
    <p:sldId id="787" r:id="rId17"/>
    <p:sldId id="788" r:id="rId18"/>
    <p:sldId id="789" r:id="rId19"/>
    <p:sldId id="791" r:id="rId20"/>
    <p:sldId id="790" r:id="rId21"/>
    <p:sldId id="792" r:id="rId22"/>
    <p:sldId id="793" r:id="rId23"/>
    <p:sldId id="794" r:id="rId24"/>
    <p:sldId id="795" r:id="rId25"/>
    <p:sldId id="796" r:id="rId26"/>
    <p:sldId id="797" r:id="rId27"/>
    <p:sldId id="798" r:id="rId28"/>
    <p:sldId id="800" r:id="rId29"/>
    <p:sldId id="801" r:id="rId30"/>
    <p:sldId id="802" r:id="rId31"/>
  </p:sldIdLst>
  <p:sldSz cx="4608513" cy="3455988"/>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NIT AP" initials="NA" lastIdx="1" clrIdx="0">
    <p:extLst>
      <p:ext uri="{19B8F6BF-5375-455C-9EA6-DF929625EA0E}">
        <p15:presenceInfo xmlns:p15="http://schemas.microsoft.com/office/powerpoint/2012/main" userId="NIT AP"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a:srgbClr val="4646B9"/>
    <a:srgbClr val="E6E6E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997" autoAdjust="0"/>
    <p:restoredTop sz="94660"/>
  </p:normalViewPr>
  <p:slideViewPr>
    <p:cSldViewPr snapToGrid="0" snapToObjects="1">
      <p:cViewPr varScale="1">
        <p:scale>
          <a:sx n="165" d="100"/>
          <a:sy n="165" d="100"/>
        </p:scale>
        <p:origin x="557" y="101"/>
      </p:cViewPr>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commentAuthors" Target="commentAuthor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EDB7802-094E-4307-A812-AC720EB39FB3}" type="datetimeFigureOut">
              <a:rPr lang="en-IN" smtClean="0"/>
              <a:t>12-08-2025</a:t>
            </a:fld>
            <a:endParaRPr lang="en-IN"/>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BAA1D91-3FC5-4706-942A-2EB1784074C8}" type="slidenum">
              <a:rPr lang="en-IN" smtClean="0"/>
              <a:t>‹#›</a:t>
            </a:fld>
            <a:endParaRPr lang="en-IN"/>
          </a:p>
        </p:txBody>
      </p:sp>
    </p:spTree>
    <p:extLst>
      <p:ext uri="{BB962C8B-B14F-4D97-AF65-F5344CB8AC3E}">
        <p14:creationId xmlns:p14="http://schemas.microsoft.com/office/powerpoint/2010/main" val="282806580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BAA1D91-3FC5-4706-942A-2EB1784074C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7541930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BAA1D91-3FC5-4706-942A-2EB1784074C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0823997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BAA1D91-3FC5-4706-942A-2EB1784074C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06075358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BAA1D91-3FC5-4706-942A-2EB1784074C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3110290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BAA1D91-3FC5-4706-942A-2EB1784074C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02423306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BAA1D91-3FC5-4706-942A-2EB1784074C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52304882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BAA1D91-3FC5-4706-942A-2EB1784074C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6033793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BAA1D91-3FC5-4706-942A-2EB1784074C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40063714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BAA1D91-3FC5-4706-942A-2EB1784074C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10</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71309650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BAA1D91-3FC5-4706-942A-2EB1784074C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11</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49821229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BAA1D91-3FC5-4706-942A-2EB1784074C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12</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8780080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BAA1D91-3FC5-4706-942A-2EB1784074C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13</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4825539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BAA1D91-3FC5-4706-942A-2EB1784074C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14</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04671298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BAA1D91-3FC5-4706-942A-2EB1784074C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15</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41192019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BAA1D91-3FC5-4706-942A-2EB1784074C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16</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97088031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BAA1D91-3FC5-4706-942A-2EB1784074C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17</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19140349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BAA1D91-3FC5-4706-942A-2EB1784074C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18</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19118342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BAA1D91-3FC5-4706-942A-2EB1784074C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19</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96257640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BAA1D91-3FC5-4706-942A-2EB1784074C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20</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87265618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BAA1D91-3FC5-4706-942A-2EB1784074C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21</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55225797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BAA1D91-3FC5-4706-942A-2EB1784074C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22</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72766773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BAA1D91-3FC5-4706-942A-2EB1784074C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23</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8822121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BAA1D91-3FC5-4706-942A-2EB1784074C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24</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29100064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BAA1D91-3FC5-4706-942A-2EB1784074C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25</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23923232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BAA1D91-3FC5-4706-942A-2EB1784074C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26</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932246283"/>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BAA1D91-3FC5-4706-942A-2EB1784074C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27</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569749542"/>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BAA1D91-3FC5-4706-942A-2EB1784074C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28</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311039635"/>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BAA1D91-3FC5-4706-942A-2EB1784074C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29</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562588839"/>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BAA1D91-3FC5-4706-942A-2EB1784074C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30</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12987129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1" y="2130426"/>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1"/>
            <a:ext cx="6400800" cy="1752600"/>
          </a:xfrm>
        </p:spPr>
        <p:txBody>
          <a:bodyPr/>
          <a:lstStyle>
            <a:lvl1pPr marL="0" indent="0" algn="ctr">
              <a:buNone/>
              <a:defRPr>
                <a:solidFill>
                  <a:schemeClr val="tx1">
                    <a:tint val="75000"/>
                  </a:schemeClr>
                </a:solidFill>
              </a:defRPr>
            </a:lvl1pPr>
            <a:lvl2pPr marL="456697" indent="0" algn="ctr">
              <a:buNone/>
              <a:defRPr>
                <a:solidFill>
                  <a:schemeClr val="tx1">
                    <a:tint val="75000"/>
                  </a:schemeClr>
                </a:solidFill>
              </a:defRPr>
            </a:lvl2pPr>
            <a:lvl3pPr marL="913393" indent="0" algn="ctr">
              <a:buNone/>
              <a:defRPr>
                <a:solidFill>
                  <a:schemeClr val="tx1">
                    <a:tint val="75000"/>
                  </a:schemeClr>
                </a:solidFill>
              </a:defRPr>
            </a:lvl3pPr>
            <a:lvl4pPr marL="1370090" indent="0" algn="ctr">
              <a:buNone/>
              <a:defRPr>
                <a:solidFill>
                  <a:schemeClr val="tx1">
                    <a:tint val="75000"/>
                  </a:schemeClr>
                </a:solidFill>
              </a:defRPr>
            </a:lvl4pPr>
            <a:lvl5pPr marL="1826788" indent="0" algn="ctr">
              <a:buNone/>
              <a:defRPr>
                <a:solidFill>
                  <a:schemeClr val="tx1">
                    <a:tint val="75000"/>
                  </a:schemeClr>
                </a:solidFill>
              </a:defRPr>
            </a:lvl5pPr>
            <a:lvl6pPr marL="2283485" indent="0" algn="ctr">
              <a:buNone/>
              <a:defRPr>
                <a:solidFill>
                  <a:schemeClr val="tx1">
                    <a:tint val="75000"/>
                  </a:schemeClr>
                </a:solidFill>
              </a:defRPr>
            </a:lvl6pPr>
            <a:lvl7pPr marL="2740181" indent="0" algn="ctr">
              <a:buNone/>
              <a:defRPr>
                <a:solidFill>
                  <a:schemeClr val="tx1">
                    <a:tint val="75000"/>
                  </a:schemeClr>
                </a:solidFill>
              </a:defRPr>
            </a:lvl7pPr>
            <a:lvl8pPr marL="3196878" indent="0" algn="ctr">
              <a:buNone/>
              <a:defRPr>
                <a:solidFill>
                  <a:schemeClr val="tx1">
                    <a:tint val="75000"/>
                  </a:schemeClr>
                </a:solidFill>
              </a:defRPr>
            </a:lvl8pPr>
            <a:lvl9pPr marL="3653575"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94164F96-94B7-463C-9FD0-A63BBE3D5E91}" type="datetime1">
              <a:rPr lang="en-US" smtClean="0"/>
              <a:t>8/12/2025</a:t>
            </a:fld>
            <a:endParaRPr lang="en-US"/>
          </a:p>
        </p:txBody>
      </p:sp>
      <p:sp>
        <p:nvSpPr>
          <p:cNvPr id="5" name="Footer Placeholder 4"/>
          <p:cNvSpPr>
            <a:spLocks noGrp="1"/>
          </p:cNvSpPr>
          <p:nvPr>
            <p:ph type="ftr" sz="quarter" idx="11"/>
          </p:nvPr>
        </p:nvSpPr>
        <p:spPr/>
        <p:txBody>
          <a:bodyPr/>
          <a:lstStyle/>
          <a:p>
            <a:r>
              <a:rPr lang="en-US"/>
              <a:t>Department of CSE, National Institute of Technology, Andhra Pradesh</a:t>
            </a:r>
          </a:p>
        </p:txBody>
      </p:sp>
      <p:sp>
        <p:nvSpPr>
          <p:cNvPr id="6" name="Slide Number Placeholder 5"/>
          <p:cNvSpPr>
            <a:spLocks noGrp="1"/>
          </p:cNvSpPr>
          <p:nvPr>
            <p:ph type="sldNum" sz="quarter" idx="12"/>
          </p:nvPr>
        </p:nvSpPr>
        <p:spPr/>
        <p:txBody>
          <a:bodyPr/>
          <a:lstStyle/>
          <a:p>
            <a:fld id="{186AF604-6CBA-6F4A-A6F6-26E48A4D0EE4}" type="slidenum">
              <a:rPr lang="en-US" smtClean="0"/>
              <a:t>‹#›</a:t>
            </a:fld>
            <a:endParaRPr lang="en-US"/>
          </a:p>
        </p:txBody>
      </p:sp>
    </p:spTree>
    <p:extLst>
      <p:ext uri="{BB962C8B-B14F-4D97-AF65-F5344CB8AC3E}">
        <p14:creationId xmlns:p14="http://schemas.microsoft.com/office/powerpoint/2010/main" val="248099764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9A4886B5-C70E-44B5-AD82-94D4AFCC796C}" type="datetime1">
              <a:rPr lang="en-US" smtClean="0"/>
              <a:t>8/12/2025</a:t>
            </a:fld>
            <a:endParaRPr lang="en-US"/>
          </a:p>
        </p:txBody>
      </p:sp>
      <p:sp>
        <p:nvSpPr>
          <p:cNvPr id="5" name="Footer Placeholder 4"/>
          <p:cNvSpPr>
            <a:spLocks noGrp="1"/>
          </p:cNvSpPr>
          <p:nvPr>
            <p:ph type="ftr" sz="quarter" idx="11"/>
          </p:nvPr>
        </p:nvSpPr>
        <p:spPr/>
        <p:txBody>
          <a:bodyPr/>
          <a:lstStyle/>
          <a:p>
            <a:r>
              <a:rPr lang="en-US"/>
              <a:t>Department of CSE, National Institute of Technology, Andhra Pradesh</a:t>
            </a:r>
          </a:p>
        </p:txBody>
      </p:sp>
      <p:sp>
        <p:nvSpPr>
          <p:cNvPr id="6" name="Slide Number Placeholder 5"/>
          <p:cNvSpPr>
            <a:spLocks noGrp="1"/>
          </p:cNvSpPr>
          <p:nvPr>
            <p:ph type="sldNum" sz="quarter" idx="12"/>
          </p:nvPr>
        </p:nvSpPr>
        <p:spPr/>
        <p:txBody>
          <a:bodyPr/>
          <a:lstStyle/>
          <a:p>
            <a:fld id="{186AF604-6CBA-6F4A-A6F6-26E48A4D0EE4}" type="slidenum">
              <a:rPr lang="en-US" smtClean="0"/>
              <a:t>‹#›</a:t>
            </a:fld>
            <a:endParaRPr lang="en-US"/>
          </a:p>
        </p:txBody>
      </p:sp>
    </p:spTree>
    <p:extLst>
      <p:ext uri="{BB962C8B-B14F-4D97-AF65-F5344CB8AC3E}">
        <p14:creationId xmlns:p14="http://schemas.microsoft.com/office/powerpoint/2010/main" val="293766885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4" y="4406901"/>
            <a:ext cx="7772400" cy="1362075"/>
          </a:xfrm>
        </p:spPr>
        <p:txBody>
          <a:bodyPr anchor="t"/>
          <a:lstStyle>
            <a:lvl1pPr algn="l">
              <a:defRPr sz="3995" b="1" cap="all"/>
            </a:lvl1pPr>
          </a:lstStyle>
          <a:p>
            <a:r>
              <a:rPr lang="en-US"/>
              <a:t>Click to edit Master title style</a:t>
            </a:r>
          </a:p>
        </p:txBody>
      </p:sp>
      <p:sp>
        <p:nvSpPr>
          <p:cNvPr id="3" name="Text Placeholder 2"/>
          <p:cNvSpPr>
            <a:spLocks noGrp="1"/>
          </p:cNvSpPr>
          <p:nvPr>
            <p:ph type="body" idx="1"/>
          </p:nvPr>
        </p:nvSpPr>
        <p:spPr>
          <a:xfrm>
            <a:off x="722314" y="2906714"/>
            <a:ext cx="7772400" cy="1500187"/>
          </a:xfrm>
        </p:spPr>
        <p:txBody>
          <a:bodyPr anchor="b"/>
          <a:lstStyle>
            <a:lvl1pPr marL="0" indent="0">
              <a:buNone/>
              <a:defRPr sz="1998">
                <a:solidFill>
                  <a:schemeClr val="tx1">
                    <a:tint val="75000"/>
                  </a:schemeClr>
                </a:solidFill>
              </a:defRPr>
            </a:lvl1pPr>
            <a:lvl2pPr marL="456697" indent="0">
              <a:buNone/>
              <a:defRPr sz="1798">
                <a:solidFill>
                  <a:schemeClr val="tx1">
                    <a:tint val="75000"/>
                  </a:schemeClr>
                </a:solidFill>
              </a:defRPr>
            </a:lvl2pPr>
            <a:lvl3pPr marL="913393" indent="0">
              <a:buNone/>
              <a:defRPr sz="1598">
                <a:solidFill>
                  <a:schemeClr val="tx1">
                    <a:tint val="75000"/>
                  </a:schemeClr>
                </a:solidFill>
              </a:defRPr>
            </a:lvl3pPr>
            <a:lvl4pPr marL="1370090" indent="0">
              <a:buNone/>
              <a:defRPr sz="1398">
                <a:solidFill>
                  <a:schemeClr val="tx1">
                    <a:tint val="75000"/>
                  </a:schemeClr>
                </a:solidFill>
              </a:defRPr>
            </a:lvl4pPr>
            <a:lvl5pPr marL="1826788" indent="0">
              <a:buNone/>
              <a:defRPr sz="1398">
                <a:solidFill>
                  <a:schemeClr val="tx1">
                    <a:tint val="75000"/>
                  </a:schemeClr>
                </a:solidFill>
              </a:defRPr>
            </a:lvl5pPr>
            <a:lvl6pPr marL="2283485" indent="0">
              <a:buNone/>
              <a:defRPr sz="1398">
                <a:solidFill>
                  <a:schemeClr val="tx1">
                    <a:tint val="75000"/>
                  </a:schemeClr>
                </a:solidFill>
              </a:defRPr>
            </a:lvl6pPr>
            <a:lvl7pPr marL="2740181" indent="0">
              <a:buNone/>
              <a:defRPr sz="1398">
                <a:solidFill>
                  <a:schemeClr val="tx1">
                    <a:tint val="75000"/>
                  </a:schemeClr>
                </a:solidFill>
              </a:defRPr>
            </a:lvl7pPr>
            <a:lvl8pPr marL="3196878" indent="0">
              <a:buNone/>
              <a:defRPr sz="1398">
                <a:solidFill>
                  <a:schemeClr val="tx1">
                    <a:tint val="75000"/>
                  </a:schemeClr>
                </a:solidFill>
              </a:defRPr>
            </a:lvl8pPr>
            <a:lvl9pPr marL="3653575" indent="0">
              <a:buNone/>
              <a:defRPr sz="1398">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6E5DC4F-0DC8-4D33-B19A-B6FAFD3868A6}" type="datetime1">
              <a:rPr lang="en-US" smtClean="0"/>
              <a:t>8/12/2025</a:t>
            </a:fld>
            <a:endParaRPr lang="en-US"/>
          </a:p>
        </p:txBody>
      </p:sp>
      <p:sp>
        <p:nvSpPr>
          <p:cNvPr id="5" name="Footer Placeholder 4"/>
          <p:cNvSpPr>
            <a:spLocks noGrp="1"/>
          </p:cNvSpPr>
          <p:nvPr>
            <p:ph type="ftr" sz="quarter" idx="11"/>
          </p:nvPr>
        </p:nvSpPr>
        <p:spPr/>
        <p:txBody>
          <a:bodyPr/>
          <a:lstStyle/>
          <a:p>
            <a:r>
              <a:rPr lang="en-US"/>
              <a:t>Department of CSE, National Institute of Technology, Andhra Pradesh</a:t>
            </a:r>
          </a:p>
        </p:txBody>
      </p:sp>
      <p:sp>
        <p:nvSpPr>
          <p:cNvPr id="6" name="Slide Number Placeholder 5"/>
          <p:cNvSpPr>
            <a:spLocks noGrp="1"/>
          </p:cNvSpPr>
          <p:nvPr>
            <p:ph type="sldNum" sz="quarter" idx="12"/>
          </p:nvPr>
        </p:nvSpPr>
        <p:spPr/>
        <p:txBody>
          <a:bodyPr/>
          <a:lstStyle/>
          <a:p>
            <a:fld id="{186AF604-6CBA-6F4A-A6F6-26E48A4D0EE4}" type="slidenum">
              <a:rPr lang="en-US" smtClean="0"/>
              <a:t>‹#›</a:t>
            </a:fld>
            <a:endParaRPr lang="en-US"/>
          </a:p>
        </p:txBody>
      </p:sp>
    </p:spTree>
    <p:extLst>
      <p:ext uri="{BB962C8B-B14F-4D97-AF65-F5344CB8AC3E}">
        <p14:creationId xmlns:p14="http://schemas.microsoft.com/office/powerpoint/2010/main" val="104254044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1"/>
            <a:ext cx="4038600" cy="4525963"/>
          </a:xfrm>
        </p:spPr>
        <p:txBody>
          <a:bodyPr/>
          <a:lstStyle>
            <a:lvl1pPr>
              <a:defRPr sz="2797"/>
            </a:lvl1pPr>
            <a:lvl2pPr>
              <a:defRPr sz="2398"/>
            </a:lvl2pPr>
            <a:lvl3pPr>
              <a:defRPr sz="1998"/>
            </a:lvl3pPr>
            <a:lvl4pPr>
              <a:defRPr sz="1798"/>
            </a:lvl4pPr>
            <a:lvl5pPr>
              <a:defRPr sz="1798"/>
            </a:lvl5pPr>
            <a:lvl6pPr>
              <a:defRPr sz="1798"/>
            </a:lvl6pPr>
            <a:lvl7pPr>
              <a:defRPr sz="1798"/>
            </a:lvl7pPr>
            <a:lvl8pPr>
              <a:defRPr sz="1798"/>
            </a:lvl8pPr>
            <a:lvl9pPr>
              <a:defRPr sz="1798"/>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1" y="1600201"/>
            <a:ext cx="4038600" cy="4525963"/>
          </a:xfrm>
        </p:spPr>
        <p:txBody>
          <a:bodyPr/>
          <a:lstStyle>
            <a:lvl1pPr>
              <a:defRPr sz="2797"/>
            </a:lvl1pPr>
            <a:lvl2pPr>
              <a:defRPr sz="2398"/>
            </a:lvl2pPr>
            <a:lvl3pPr>
              <a:defRPr sz="1998"/>
            </a:lvl3pPr>
            <a:lvl4pPr>
              <a:defRPr sz="1798"/>
            </a:lvl4pPr>
            <a:lvl5pPr>
              <a:defRPr sz="1798"/>
            </a:lvl5pPr>
            <a:lvl6pPr>
              <a:defRPr sz="1798"/>
            </a:lvl6pPr>
            <a:lvl7pPr>
              <a:defRPr sz="1798"/>
            </a:lvl7pPr>
            <a:lvl8pPr>
              <a:defRPr sz="1798"/>
            </a:lvl8pPr>
            <a:lvl9pPr>
              <a:defRPr sz="1798"/>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A8522916-D7E6-4A6A-8710-06D3C4413E3B}" type="datetime1">
              <a:rPr lang="en-US" smtClean="0"/>
              <a:t>8/12/2025</a:t>
            </a:fld>
            <a:endParaRPr lang="en-US"/>
          </a:p>
        </p:txBody>
      </p:sp>
      <p:sp>
        <p:nvSpPr>
          <p:cNvPr id="6" name="Footer Placeholder 5"/>
          <p:cNvSpPr>
            <a:spLocks noGrp="1"/>
          </p:cNvSpPr>
          <p:nvPr>
            <p:ph type="ftr" sz="quarter" idx="11"/>
          </p:nvPr>
        </p:nvSpPr>
        <p:spPr/>
        <p:txBody>
          <a:bodyPr/>
          <a:lstStyle/>
          <a:p>
            <a:r>
              <a:rPr lang="en-US"/>
              <a:t>Department of CSE, National Institute of Technology, Andhra Pradesh</a:t>
            </a:r>
          </a:p>
        </p:txBody>
      </p:sp>
      <p:sp>
        <p:nvSpPr>
          <p:cNvPr id="7" name="Slide Number Placeholder 6"/>
          <p:cNvSpPr>
            <a:spLocks noGrp="1"/>
          </p:cNvSpPr>
          <p:nvPr>
            <p:ph type="sldNum" sz="quarter" idx="12"/>
          </p:nvPr>
        </p:nvSpPr>
        <p:spPr/>
        <p:txBody>
          <a:bodyPr/>
          <a:lstStyle/>
          <a:p>
            <a:fld id="{186AF604-6CBA-6F4A-A6F6-26E48A4D0EE4}" type="slidenum">
              <a:rPr lang="en-US" smtClean="0"/>
              <a:t>‹#›</a:t>
            </a:fld>
            <a:endParaRPr lang="en-US"/>
          </a:p>
        </p:txBody>
      </p:sp>
    </p:spTree>
    <p:extLst>
      <p:ext uri="{BB962C8B-B14F-4D97-AF65-F5344CB8AC3E}">
        <p14:creationId xmlns:p14="http://schemas.microsoft.com/office/powerpoint/2010/main" val="282254149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1" y="1535113"/>
            <a:ext cx="4040188" cy="639762"/>
          </a:xfrm>
        </p:spPr>
        <p:txBody>
          <a:bodyPr anchor="b"/>
          <a:lstStyle>
            <a:lvl1pPr marL="0" indent="0">
              <a:buNone/>
              <a:defRPr sz="2398" b="1"/>
            </a:lvl1pPr>
            <a:lvl2pPr marL="456697" indent="0">
              <a:buNone/>
              <a:defRPr sz="1998" b="1"/>
            </a:lvl2pPr>
            <a:lvl3pPr marL="913393" indent="0">
              <a:buNone/>
              <a:defRPr sz="1798" b="1"/>
            </a:lvl3pPr>
            <a:lvl4pPr marL="1370090" indent="0">
              <a:buNone/>
              <a:defRPr sz="1598" b="1"/>
            </a:lvl4pPr>
            <a:lvl5pPr marL="1826788" indent="0">
              <a:buNone/>
              <a:defRPr sz="1598" b="1"/>
            </a:lvl5pPr>
            <a:lvl6pPr marL="2283485" indent="0">
              <a:buNone/>
              <a:defRPr sz="1598" b="1"/>
            </a:lvl6pPr>
            <a:lvl7pPr marL="2740181" indent="0">
              <a:buNone/>
              <a:defRPr sz="1598" b="1"/>
            </a:lvl7pPr>
            <a:lvl8pPr marL="3196878" indent="0">
              <a:buNone/>
              <a:defRPr sz="1598" b="1"/>
            </a:lvl8pPr>
            <a:lvl9pPr marL="3653575" indent="0">
              <a:buNone/>
              <a:defRPr sz="1598" b="1"/>
            </a:lvl9pPr>
          </a:lstStyle>
          <a:p>
            <a:pPr lvl="0"/>
            <a:r>
              <a:rPr lang="en-US"/>
              <a:t>Click to edit Master text styles</a:t>
            </a:r>
          </a:p>
        </p:txBody>
      </p:sp>
      <p:sp>
        <p:nvSpPr>
          <p:cNvPr id="4" name="Content Placeholder 3"/>
          <p:cNvSpPr>
            <a:spLocks noGrp="1"/>
          </p:cNvSpPr>
          <p:nvPr>
            <p:ph sz="half" idx="2"/>
          </p:nvPr>
        </p:nvSpPr>
        <p:spPr>
          <a:xfrm>
            <a:off x="457201" y="2174875"/>
            <a:ext cx="4040188" cy="3951288"/>
          </a:xfrm>
        </p:spPr>
        <p:txBody>
          <a:bodyPr/>
          <a:lstStyle>
            <a:lvl1pPr>
              <a:defRPr sz="2398"/>
            </a:lvl1pPr>
            <a:lvl2pPr>
              <a:defRPr sz="1998"/>
            </a:lvl2pPr>
            <a:lvl3pPr>
              <a:defRPr sz="1798"/>
            </a:lvl3pPr>
            <a:lvl4pPr>
              <a:defRPr sz="1598"/>
            </a:lvl4pPr>
            <a:lvl5pPr>
              <a:defRPr sz="1598"/>
            </a:lvl5pPr>
            <a:lvl6pPr>
              <a:defRPr sz="1598"/>
            </a:lvl6pPr>
            <a:lvl7pPr>
              <a:defRPr sz="1598"/>
            </a:lvl7pPr>
            <a:lvl8pPr>
              <a:defRPr sz="1598"/>
            </a:lvl8pPr>
            <a:lvl9pPr>
              <a:defRPr sz="1598"/>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535113"/>
            <a:ext cx="4041775" cy="639762"/>
          </a:xfrm>
        </p:spPr>
        <p:txBody>
          <a:bodyPr anchor="b"/>
          <a:lstStyle>
            <a:lvl1pPr marL="0" indent="0">
              <a:buNone/>
              <a:defRPr sz="2398" b="1"/>
            </a:lvl1pPr>
            <a:lvl2pPr marL="456697" indent="0">
              <a:buNone/>
              <a:defRPr sz="1998" b="1"/>
            </a:lvl2pPr>
            <a:lvl3pPr marL="913393" indent="0">
              <a:buNone/>
              <a:defRPr sz="1798" b="1"/>
            </a:lvl3pPr>
            <a:lvl4pPr marL="1370090" indent="0">
              <a:buNone/>
              <a:defRPr sz="1598" b="1"/>
            </a:lvl4pPr>
            <a:lvl5pPr marL="1826788" indent="0">
              <a:buNone/>
              <a:defRPr sz="1598" b="1"/>
            </a:lvl5pPr>
            <a:lvl6pPr marL="2283485" indent="0">
              <a:buNone/>
              <a:defRPr sz="1598" b="1"/>
            </a:lvl6pPr>
            <a:lvl7pPr marL="2740181" indent="0">
              <a:buNone/>
              <a:defRPr sz="1598" b="1"/>
            </a:lvl7pPr>
            <a:lvl8pPr marL="3196878" indent="0">
              <a:buNone/>
              <a:defRPr sz="1598" b="1"/>
            </a:lvl8pPr>
            <a:lvl9pPr marL="3653575" indent="0">
              <a:buNone/>
              <a:defRPr sz="1598" b="1"/>
            </a:lvl9pPr>
          </a:lstStyle>
          <a:p>
            <a:pPr lvl="0"/>
            <a:r>
              <a:rPr lang="en-US"/>
              <a:t>Click to edit Master text styles</a:t>
            </a:r>
          </a:p>
        </p:txBody>
      </p:sp>
      <p:sp>
        <p:nvSpPr>
          <p:cNvPr id="6" name="Content Placeholder 5"/>
          <p:cNvSpPr>
            <a:spLocks noGrp="1"/>
          </p:cNvSpPr>
          <p:nvPr>
            <p:ph sz="quarter" idx="4"/>
          </p:nvPr>
        </p:nvSpPr>
        <p:spPr>
          <a:xfrm>
            <a:off x="4645026" y="2174875"/>
            <a:ext cx="4041775" cy="3951288"/>
          </a:xfrm>
        </p:spPr>
        <p:txBody>
          <a:bodyPr/>
          <a:lstStyle>
            <a:lvl1pPr>
              <a:defRPr sz="2398"/>
            </a:lvl1pPr>
            <a:lvl2pPr>
              <a:defRPr sz="1998"/>
            </a:lvl2pPr>
            <a:lvl3pPr>
              <a:defRPr sz="1798"/>
            </a:lvl3pPr>
            <a:lvl4pPr>
              <a:defRPr sz="1598"/>
            </a:lvl4pPr>
            <a:lvl5pPr>
              <a:defRPr sz="1598"/>
            </a:lvl5pPr>
            <a:lvl6pPr>
              <a:defRPr sz="1598"/>
            </a:lvl6pPr>
            <a:lvl7pPr>
              <a:defRPr sz="1598"/>
            </a:lvl7pPr>
            <a:lvl8pPr>
              <a:defRPr sz="1598"/>
            </a:lvl8pPr>
            <a:lvl9pPr>
              <a:defRPr sz="1598"/>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B03B9D93-06BC-495C-8E81-00767E992687}" type="datetime1">
              <a:rPr lang="en-US" smtClean="0"/>
              <a:t>8/12/2025</a:t>
            </a:fld>
            <a:endParaRPr lang="en-US"/>
          </a:p>
        </p:txBody>
      </p:sp>
      <p:sp>
        <p:nvSpPr>
          <p:cNvPr id="8" name="Footer Placeholder 7"/>
          <p:cNvSpPr>
            <a:spLocks noGrp="1"/>
          </p:cNvSpPr>
          <p:nvPr>
            <p:ph type="ftr" sz="quarter" idx="11"/>
          </p:nvPr>
        </p:nvSpPr>
        <p:spPr/>
        <p:txBody>
          <a:bodyPr/>
          <a:lstStyle/>
          <a:p>
            <a:r>
              <a:rPr lang="en-US"/>
              <a:t>Department of CSE, National Institute of Technology, Andhra Pradesh</a:t>
            </a:r>
          </a:p>
        </p:txBody>
      </p:sp>
      <p:sp>
        <p:nvSpPr>
          <p:cNvPr id="9" name="Slide Number Placeholder 8"/>
          <p:cNvSpPr>
            <a:spLocks noGrp="1"/>
          </p:cNvSpPr>
          <p:nvPr>
            <p:ph type="sldNum" sz="quarter" idx="12"/>
          </p:nvPr>
        </p:nvSpPr>
        <p:spPr/>
        <p:txBody>
          <a:bodyPr/>
          <a:lstStyle/>
          <a:p>
            <a:fld id="{186AF604-6CBA-6F4A-A6F6-26E48A4D0EE4}" type="slidenum">
              <a:rPr lang="en-US" smtClean="0"/>
              <a:t>‹#›</a:t>
            </a:fld>
            <a:endParaRPr lang="en-US"/>
          </a:p>
        </p:txBody>
      </p:sp>
    </p:spTree>
    <p:extLst>
      <p:ext uri="{BB962C8B-B14F-4D97-AF65-F5344CB8AC3E}">
        <p14:creationId xmlns:p14="http://schemas.microsoft.com/office/powerpoint/2010/main" val="133258888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AE0FBE6-780D-4C9B-B5A6-8A4D6CBAB732}" type="datetime1">
              <a:rPr lang="en-US" smtClean="0"/>
              <a:t>8/12/2025</a:t>
            </a:fld>
            <a:endParaRPr lang="en-US"/>
          </a:p>
        </p:txBody>
      </p:sp>
      <p:sp>
        <p:nvSpPr>
          <p:cNvPr id="4" name="Footer Placeholder 3"/>
          <p:cNvSpPr>
            <a:spLocks noGrp="1"/>
          </p:cNvSpPr>
          <p:nvPr>
            <p:ph type="ftr" sz="quarter" idx="11"/>
          </p:nvPr>
        </p:nvSpPr>
        <p:spPr/>
        <p:txBody>
          <a:bodyPr/>
          <a:lstStyle/>
          <a:p>
            <a:r>
              <a:rPr lang="en-US"/>
              <a:t>Department of CSE, National Institute of Technology, Andhra Pradesh</a:t>
            </a:r>
          </a:p>
        </p:txBody>
      </p:sp>
      <p:sp>
        <p:nvSpPr>
          <p:cNvPr id="5" name="Slide Number Placeholder 4"/>
          <p:cNvSpPr>
            <a:spLocks noGrp="1"/>
          </p:cNvSpPr>
          <p:nvPr>
            <p:ph type="sldNum" sz="quarter" idx="12"/>
          </p:nvPr>
        </p:nvSpPr>
        <p:spPr/>
        <p:txBody>
          <a:bodyPr/>
          <a:lstStyle/>
          <a:p>
            <a:fld id="{186AF604-6CBA-6F4A-A6F6-26E48A4D0EE4}" type="slidenum">
              <a:rPr lang="en-US" smtClean="0"/>
              <a:t>‹#›</a:t>
            </a:fld>
            <a:endParaRPr lang="en-US"/>
          </a:p>
        </p:txBody>
      </p:sp>
    </p:spTree>
    <p:extLst>
      <p:ext uri="{BB962C8B-B14F-4D97-AF65-F5344CB8AC3E}">
        <p14:creationId xmlns:p14="http://schemas.microsoft.com/office/powerpoint/2010/main" val="229054283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D412716-A65A-44CF-B1C8-1E98812BC267}" type="datetime1">
              <a:rPr lang="en-US" smtClean="0"/>
              <a:t>8/12/2025</a:t>
            </a:fld>
            <a:endParaRPr lang="en-US"/>
          </a:p>
        </p:txBody>
      </p:sp>
      <p:sp>
        <p:nvSpPr>
          <p:cNvPr id="3" name="Footer Placeholder 2"/>
          <p:cNvSpPr>
            <a:spLocks noGrp="1"/>
          </p:cNvSpPr>
          <p:nvPr>
            <p:ph type="ftr" sz="quarter" idx="11"/>
          </p:nvPr>
        </p:nvSpPr>
        <p:spPr/>
        <p:txBody>
          <a:bodyPr/>
          <a:lstStyle/>
          <a:p>
            <a:r>
              <a:rPr lang="en-US"/>
              <a:t>Department of CSE, National Institute of Technology, Andhra Pradesh</a:t>
            </a:r>
          </a:p>
        </p:txBody>
      </p:sp>
      <p:sp>
        <p:nvSpPr>
          <p:cNvPr id="4" name="Slide Number Placeholder 3"/>
          <p:cNvSpPr>
            <a:spLocks noGrp="1"/>
          </p:cNvSpPr>
          <p:nvPr>
            <p:ph type="sldNum" sz="quarter" idx="12"/>
          </p:nvPr>
        </p:nvSpPr>
        <p:spPr/>
        <p:txBody>
          <a:bodyPr/>
          <a:lstStyle/>
          <a:p>
            <a:fld id="{186AF604-6CBA-6F4A-A6F6-26E48A4D0EE4}" type="slidenum">
              <a:rPr lang="en-US" smtClean="0"/>
              <a:t>‹#›</a:t>
            </a:fld>
            <a:endParaRPr lang="en-US"/>
          </a:p>
        </p:txBody>
      </p:sp>
    </p:spTree>
    <p:extLst>
      <p:ext uri="{BB962C8B-B14F-4D97-AF65-F5344CB8AC3E}">
        <p14:creationId xmlns:p14="http://schemas.microsoft.com/office/powerpoint/2010/main" val="414000391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73050"/>
            <a:ext cx="3008313" cy="1162050"/>
          </a:xfrm>
        </p:spPr>
        <p:txBody>
          <a:bodyPr anchor="b"/>
          <a:lstStyle>
            <a:lvl1pPr algn="l">
              <a:defRPr sz="1998" b="1"/>
            </a:lvl1pPr>
          </a:lstStyle>
          <a:p>
            <a:r>
              <a:rPr lang="en-US"/>
              <a:t>Click to edit Master title style</a:t>
            </a:r>
          </a:p>
        </p:txBody>
      </p:sp>
      <p:sp>
        <p:nvSpPr>
          <p:cNvPr id="3" name="Content Placeholder 2"/>
          <p:cNvSpPr>
            <a:spLocks noGrp="1"/>
          </p:cNvSpPr>
          <p:nvPr>
            <p:ph idx="1"/>
          </p:nvPr>
        </p:nvSpPr>
        <p:spPr>
          <a:xfrm>
            <a:off x="3575050" y="273051"/>
            <a:ext cx="5111750" cy="5853113"/>
          </a:xfrm>
        </p:spPr>
        <p:txBody>
          <a:bodyPr/>
          <a:lstStyle>
            <a:lvl1pPr>
              <a:defRPr sz="3197"/>
            </a:lvl1pPr>
            <a:lvl2pPr>
              <a:defRPr sz="2797"/>
            </a:lvl2pPr>
            <a:lvl3pPr>
              <a:defRPr sz="2398"/>
            </a:lvl3pPr>
            <a:lvl4pPr>
              <a:defRPr sz="1998"/>
            </a:lvl4pPr>
            <a:lvl5pPr>
              <a:defRPr sz="1998"/>
            </a:lvl5pPr>
            <a:lvl6pPr>
              <a:defRPr sz="1998"/>
            </a:lvl6pPr>
            <a:lvl7pPr>
              <a:defRPr sz="1998"/>
            </a:lvl7pPr>
            <a:lvl8pPr>
              <a:defRPr sz="1998"/>
            </a:lvl8pPr>
            <a:lvl9pPr>
              <a:defRPr sz="1998"/>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435101"/>
            <a:ext cx="3008313" cy="4691063"/>
          </a:xfrm>
        </p:spPr>
        <p:txBody>
          <a:bodyPr/>
          <a:lstStyle>
            <a:lvl1pPr marL="0" indent="0">
              <a:buNone/>
              <a:defRPr sz="1398"/>
            </a:lvl1pPr>
            <a:lvl2pPr marL="456697" indent="0">
              <a:buNone/>
              <a:defRPr sz="1198"/>
            </a:lvl2pPr>
            <a:lvl3pPr marL="913393" indent="0">
              <a:buNone/>
              <a:defRPr sz="999"/>
            </a:lvl3pPr>
            <a:lvl4pPr marL="1370090" indent="0">
              <a:buNone/>
              <a:defRPr sz="899"/>
            </a:lvl4pPr>
            <a:lvl5pPr marL="1826788" indent="0">
              <a:buNone/>
              <a:defRPr sz="899"/>
            </a:lvl5pPr>
            <a:lvl6pPr marL="2283485" indent="0">
              <a:buNone/>
              <a:defRPr sz="899"/>
            </a:lvl6pPr>
            <a:lvl7pPr marL="2740181" indent="0">
              <a:buNone/>
              <a:defRPr sz="899"/>
            </a:lvl7pPr>
            <a:lvl8pPr marL="3196878" indent="0">
              <a:buNone/>
              <a:defRPr sz="899"/>
            </a:lvl8pPr>
            <a:lvl9pPr marL="3653575" indent="0">
              <a:buNone/>
              <a:defRPr sz="899"/>
            </a:lvl9pPr>
          </a:lstStyle>
          <a:p>
            <a:pPr lvl="0"/>
            <a:r>
              <a:rPr lang="en-US"/>
              <a:t>Click to edit Master text styles</a:t>
            </a:r>
          </a:p>
        </p:txBody>
      </p:sp>
      <p:sp>
        <p:nvSpPr>
          <p:cNvPr id="5" name="Date Placeholder 4"/>
          <p:cNvSpPr>
            <a:spLocks noGrp="1"/>
          </p:cNvSpPr>
          <p:nvPr>
            <p:ph type="dt" sz="half" idx="10"/>
          </p:nvPr>
        </p:nvSpPr>
        <p:spPr/>
        <p:txBody>
          <a:bodyPr/>
          <a:lstStyle/>
          <a:p>
            <a:fld id="{3497CA44-A91E-452A-BD59-A23D8632BC32}" type="datetime1">
              <a:rPr lang="en-US" smtClean="0"/>
              <a:t>8/12/2025</a:t>
            </a:fld>
            <a:endParaRPr lang="en-US"/>
          </a:p>
        </p:txBody>
      </p:sp>
      <p:sp>
        <p:nvSpPr>
          <p:cNvPr id="6" name="Footer Placeholder 5"/>
          <p:cNvSpPr>
            <a:spLocks noGrp="1"/>
          </p:cNvSpPr>
          <p:nvPr>
            <p:ph type="ftr" sz="quarter" idx="11"/>
          </p:nvPr>
        </p:nvSpPr>
        <p:spPr/>
        <p:txBody>
          <a:bodyPr/>
          <a:lstStyle/>
          <a:p>
            <a:r>
              <a:rPr lang="en-US"/>
              <a:t>Department of CSE, National Institute of Technology, Andhra Pradesh</a:t>
            </a:r>
          </a:p>
        </p:txBody>
      </p:sp>
      <p:sp>
        <p:nvSpPr>
          <p:cNvPr id="7" name="Slide Number Placeholder 6"/>
          <p:cNvSpPr>
            <a:spLocks noGrp="1"/>
          </p:cNvSpPr>
          <p:nvPr>
            <p:ph type="sldNum" sz="quarter" idx="12"/>
          </p:nvPr>
        </p:nvSpPr>
        <p:spPr/>
        <p:txBody>
          <a:bodyPr/>
          <a:lstStyle/>
          <a:p>
            <a:fld id="{186AF604-6CBA-6F4A-A6F6-26E48A4D0EE4}" type="slidenum">
              <a:rPr lang="en-US" smtClean="0"/>
              <a:t>‹#›</a:t>
            </a:fld>
            <a:endParaRPr lang="en-US"/>
          </a:p>
        </p:txBody>
      </p:sp>
    </p:spTree>
    <p:extLst>
      <p:ext uri="{BB962C8B-B14F-4D97-AF65-F5344CB8AC3E}">
        <p14:creationId xmlns:p14="http://schemas.microsoft.com/office/powerpoint/2010/main" val="131400535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1"/>
            <a:ext cx="5486400" cy="566738"/>
          </a:xfrm>
        </p:spPr>
        <p:txBody>
          <a:bodyPr anchor="b"/>
          <a:lstStyle>
            <a:lvl1pPr algn="l">
              <a:defRPr sz="1998"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197"/>
            </a:lvl1pPr>
            <a:lvl2pPr marL="456697" indent="0">
              <a:buNone/>
              <a:defRPr sz="2797"/>
            </a:lvl2pPr>
            <a:lvl3pPr marL="913393" indent="0">
              <a:buNone/>
              <a:defRPr sz="2398"/>
            </a:lvl3pPr>
            <a:lvl4pPr marL="1370090" indent="0">
              <a:buNone/>
              <a:defRPr sz="1998"/>
            </a:lvl4pPr>
            <a:lvl5pPr marL="1826788" indent="0">
              <a:buNone/>
              <a:defRPr sz="1998"/>
            </a:lvl5pPr>
            <a:lvl6pPr marL="2283485" indent="0">
              <a:buNone/>
              <a:defRPr sz="1998"/>
            </a:lvl6pPr>
            <a:lvl7pPr marL="2740181" indent="0">
              <a:buNone/>
              <a:defRPr sz="1998"/>
            </a:lvl7pPr>
            <a:lvl8pPr marL="3196878" indent="0">
              <a:buNone/>
              <a:defRPr sz="1998"/>
            </a:lvl8pPr>
            <a:lvl9pPr marL="3653575" indent="0">
              <a:buNone/>
              <a:defRPr sz="1998"/>
            </a:lvl9pPr>
          </a:lstStyle>
          <a:p>
            <a:endParaRPr lang="en-US"/>
          </a:p>
        </p:txBody>
      </p:sp>
      <p:sp>
        <p:nvSpPr>
          <p:cNvPr id="4" name="Text Placeholder 3"/>
          <p:cNvSpPr>
            <a:spLocks noGrp="1"/>
          </p:cNvSpPr>
          <p:nvPr>
            <p:ph type="body" sz="half" idx="2"/>
          </p:nvPr>
        </p:nvSpPr>
        <p:spPr>
          <a:xfrm>
            <a:off x="1792288" y="5367339"/>
            <a:ext cx="5486400" cy="804862"/>
          </a:xfrm>
        </p:spPr>
        <p:txBody>
          <a:bodyPr/>
          <a:lstStyle>
            <a:lvl1pPr marL="0" indent="0">
              <a:buNone/>
              <a:defRPr sz="1398"/>
            </a:lvl1pPr>
            <a:lvl2pPr marL="456697" indent="0">
              <a:buNone/>
              <a:defRPr sz="1198"/>
            </a:lvl2pPr>
            <a:lvl3pPr marL="913393" indent="0">
              <a:buNone/>
              <a:defRPr sz="999"/>
            </a:lvl3pPr>
            <a:lvl4pPr marL="1370090" indent="0">
              <a:buNone/>
              <a:defRPr sz="899"/>
            </a:lvl4pPr>
            <a:lvl5pPr marL="1826788" indent="0">
              <a:buNone/>
              <a:defRPr sz="899"/>
            </a:lvl5pPr>
            <a:lvl6pPr marL="2283485" indent="0">
              <a:buNone/>
              <a:defRPr sz="899"/>
            </a:lvl6pPr>
            <a:lvl7pPr marL="2740181" indent="0">
              <a:buNone/>
              <a:defRPr sz="899"/>
            </a:lvl7pPr>
            <a:lvl8pPr marL="3196878" indent="0">
              <a:buNone/>
              <a:defRPr sz="899"/>
            </a:lvl8pPr>
            <a:lvl9pPr marL="3653575" indent="0">
              <a:buNone/>
              <a:defRPr sz="899"/>
            </a:lvl9pPr>
          </a:lstStyle>
          <a:p>
            <a:pPr lvl="0"/>
            <a:r>
              <a:rPr lang="en-US"/>
              <a:t>Click to edit Master text styles</a:t>
            </a:r>
          </a:p>
        </p:txBody>
      </p:sp>
      <p:sp>
        <p:nvSpPr>
          <p:cNvPr id="5" name="Date Placeholder 4"/>
          <p:cNvSpPr>
            <a:spLocks noGrp="1"/>
          </p:cNvSpPr>
          <p:nvPr>
            <p:ph type="dt" sz="half" idx="10"/>
          </p:nvPr>
        </p:nvSpPr>
        <p:spPr/>
        <p:txBody>
          <a:bodyPr/>
          <a:lstStyle/>
          <a:p>
            <a:fld id="{3910C4F7-5933-4283-B003-668DFAB1DE97}" type="datetime1">
              <a:rPr lang="en-US" smtClean="0"/>
              <a:t>8/12/2025</a:t>
            </a:fld>
            <a:endParaRPr lang="en-US"/>
          </a:p>
        </p:txBody>
      </p:sp>
      <p:sp>
        <p:nvSpPr>
          <p:cNvPr id="6" name="Footer Placeholder 5"/>
          <p:cNvSpPr>
            <a:spLocks noGrp="1"/>
          </p:cNvSpPr>
          <p:nvPr>
            <p:ph type="ftr" sz="quarter" idx="11"/>
          </p:nvPr>
        </p:nvSpPr>
        <p:spPr/>
        <p:txBody>
          <a:bodyPr/>
          <a:lstStyle/>
          <a:p>
            <a:r>
              <a:rPr lang="en-US"/>
              <a:t>Department of CSE, National Institute of Technology, Andhra Pradesh</a:t>
            </a:r>
          </a:p>
        </p:txBody>
      </p:sp>
      <p:sp>
        <p:nvSpPr>
          <p:cNvPr id="7" name="Slide Number Placeholder 6"/>
          <p:cNvSpPr>
            <a:spLocks noGrp="1"/>
          </p:cNvSpPr>
          <p:nvPr>
            <p:ph type="sldNum" sz="quarter" idx="12"/>
          </p:nvPr>
        </p:nvSpPr>
        <p:spPr/>
        <p:txBody>
          <a:bodyPr/>
          <a:lstStyle/>
          <a:p>
            <a:fld id="{186AF604-6CBA-6F4A-A6F6-26E48A4D0EE4}" type="slidenum">
              <a:rPr lang="en-US" smtClean="0"/>
              <a:t>‹#›</a:t>
            </a:fld>
            <a:endParaRPr lang="en-US"/>
          </a:p>
        </p:txBody>
      </p:sp>
    </p:spTree>
    <p:extLst>
      <p:ext uri="{BB962C8B-B14F-4D97-AF65-F5344CB8AC3E}">
        <p14:creationId xmlns:p14="http://schemas.microsoft.com/office/powerpoint/2010/main" val="248002903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03E1B12E-5A0F-4780-BAD8-E5B0EBBF60C0}" type="datetime1">
              <a:rPr lang="en-US" smtClean="0"/>
              <a:t>8/12/2025</a:t>
            </a:fld>
            <a:endParaRPr lang="en-US"/>
          </a:p>
        </p:txBody>
      </p:sp>
      <p:sp>
        <p:nvSpPr>
          <p:cNvPr id="5" name="Footer Placeholder 4"/>
          <p:cNvSpPr>
            <a:spLocks noGrp="1"/>
          </p:cNvSpPr>
          <p:nvPr>
            <p:ph type="ftr" sz="quarter" idx="11"/>
          </p:nvPr>
        </p:nvSpPr>
        <p:spPr/>
        <p:txBody>
          <a:bodyPr/>
          <a:lstStyle/>
          <a:p>
            <a:r>
              <a:rPr lang="en-US"/>
              <a:t>Department of CSE, National Institute of Technology, Andhra Pradesh</a:t>
            </a:r>
          </a:p>
        </p:txBody>
      </p:sp>
      <p:sp>
        <p:nvSpPr>
          <p:cNvPr id="6" name="Slide Number Placeholder 5"/>
          <p:cNvSpPr>
            <a:spLocks noGrp="1"/>
          </p:cNvSpPr>
          <p:nvPr>
            <p:ph type="sldNum" sz="quarter" idx="12"/>
          </p:nvPr>
        </p:nvSpPr>
        <p:spPr/>
        <p:txBody>
          <a:bodyPr/>
          <a:lstStyle/>
          <a:p>
            <a:fld id="{186AF604-6CBA-6F4A-A6F6-26E48A4D0EE4}" type="slidenum">
              <a:rPr lang="en-US" smtClean="0"/>
              <a:t>‹#›</a:t>
            </a:fld>
            <a:endParaRPr lang="en-US"/>
          </a:p>
        </p:txBody>
      </p:sp>
    </p:spTree>
    <p:extLst>
      <p:ext uri="{BB962C8B-B14F-4D97-AF65-F5344CB8AC3E}">
        <p14:creationId xmlns:p14="http://schemas.microsoft.com/office/powerpoint/2010/main" val="324709775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9"/>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9"/>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665C7D4-E350-45E3-9BB3-98AF5602D78E}" type="datetime1">
              <a:rPr lang="en-US" smtClean="0"/>
              <a:t>8/12/2025</a:t>
            </a:fld>
            <a:endParaRPr lang="en-US"/>
          </a:p>
        </p:txBody>
      </p:sp>
      <p:sp>
        <p:nvSpPr>
          <p:cNvPr id="5" name="Footer Placeholder 4"/>
          <p:cNvSpPr>
            <a:spLocks noGrp="1"/>
          </p:cNvSpPr>
          <p:nvPr>
            <p:ph type="ftr" sz="quarter" idx="11"/>
          </p:nvPr>
        </p:nvSpPr>
        <p:spPr/>
        <p:txBody>
          <a:bodyPr/>
          <a:lstStyle/>
          <a:p>
            <a:r>
              <a:rPr lang="en-US"/>
              <a:t>Department of CSE, National Institute of Technology, Andhra Pradesh</a:t>
            </a:r>
          </a:p>
        </p:txBody>
      </p:sp>
      <p:sp>
        <p:nvSpPr>
          <p:cNvPr id="6" name="Slide Number Placeholder 5"/>
          <p:cNvSpPr>
            <a:spLocks noGrp="1"/>
          </p:cNvSpPr>
          <p:nvPr>
            <p:ph type="sldNum" sz="quarter" idx="12"/>
          </p:nvPr>
        </p:nvSpPr>
        <p:spPr/>
        <p:txBody>
          <a:bodyPr/>
          <a:lstStyle/>
          <a:p>
            <a:fld id="{186AF604-6CBA-6F4A-A6F6-26E48A4D0EE4}" type="slidenum">
              <a:rPr lang="en-US" smtClean="0"/>
              <a:t>‹#›</a:t>
            </a:fld>
            <a:endParaRPr lang="en-US"/>
          </a:p>
        </p:txBody>
      </p:sp>
    </p:spTree>
    <p:extLst>
      <p:ext uri="{BB962C8B-B14F-4D97-AF65-F5344CB8AC3E}">
        <p14:creationId xmlns:p14="http://schemas.microsoft.com/office/powerpoint/2010/main" val="312061796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ltLang="zh-CN"/>
              <a:t>Click to edit Master title style</a:t>
            </a:r>
            <a:endParaRPr lang="en-US"/>
          </a:p>
        </p:txBody>
      </p:sp>
      <p:sp>
        <p:nvSpPr>
          <p:cNvPr id="3" name="Text Placeholder 2"/>
          <p:cNvSpPr>
            <a:spLocks noGrp="1"/>
          </p:cNvSpPr>
          <p:nvPr>
            <p:ph type="body" idx="1"/>
          </p:nvPr>
        </p:nvSpPr>
        <p:spPr>
          <a:xfrm>
            <a:off x="457200" y="1600201"/>
            <a:ext cx="8229600" cy="4525963"/>
          </a:xfrm>
          <a:prstGeom prst="rect">
            <a:avLst/>
          </a:prstGeom>
        </p:spPr>
        <p:txBody>
          <a:bodyPr vert="horz" lIns="91440" tIns="45720" rIns="91440" bIns="45720" rtlCol="0">
            <a:normAutofit/>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a:p>
        </p:txBody>
      </p:sp>
      <p:sp>
        <p:nvSpPr>
          <p:cNvPr id="4" name="Date Placeholder 3"/>
          <p:cNvSpPr>
            <a:spLocks noGrp="1"/>
          </p:cNvSpPr>
          <p:nvPr>
            <p:ph type="dt" sz="half" idx="2"/>
          </p:nvPr>
        </p:nvSpPr>
        <p:spPr>
          <a:xfrm>
            <a:off x="457200" y="6356351"/>
            <a:ext cx="2133600" cy="365125"/>
          </a:xfrm>
          <a:prstGeom prst="rect">
            <a:avLst/>
          </a:prstGeom>
        </p:spPr>
        <p:txBody>
          <a:bodyPr vert="horz" lIns="91440" tIns="45720" rIns="91440" bIns="45720" rtlCol="0" anchor="ctr"/>
          <a:lstStyle>
            <a:lvl1pPr algn="l">
              <a:defRPr sz="1198">
                <a:solidFill>
                  <a:schemeClr val="tx1">
                    <a:tint val="75000"/>
                  </a:schemeClr>
                </a:solidFill>
              </a:defRPr>
            </a:lvl1pPr>
          </a:lstStyle>
          <a:p>
            <a:fld id="{A6AE90DB-C893-42DF-A794-E3DA1AF971D2}" type="datetime1">
              <a:rPr lang="en-US" smtClean="0"/>
              <a:t>8/12/2025</a:t>
            </a:fld>
            <a:endParaRPr lang="en-US"/>
          </a:p>
        </p:txBody>
      </p:sp>
      <p:sp>
        <p:nvSpPr>
          <p:cNvPr id="5" name="Footer Placeholder 4"/>
          <p:cNvSpPr>
            <a:spLocks noGrp="1"/>
          </p:cNvSpPr>
          <p:nvPr>
            <p:ph type="ftr" sz="quarter" idx="3"/>
          </p:nvPr>
        </p:nvSpPr>
        <p:spPr>
          <a:xfrm>
            <a:off x="3124201" y="6356351"/>
            <a:ext cx="2895600" cy="365125"/>
          </a:xfrm>
          <a:prstGeom prst="rect">
            <a:avLst/>
          </a:prstGeom>
        </p:spPr>
        <p:txBody>
          <a:bodyPr vert="horz" lIns="91440" tIns="45720" rIns="91440" bIns="45720" rtlCol="0" anchor="ctr"/>
          <a:lstStyle>
            <a:lvl1pPr algn="ctr">
              <a:defRPr sz="1198">
                <a:solidFill>
                  <a:schemeClr val="tx1">
                    <a:tint val="75000"/>
                  </a:schemeClr>
                </a:solidFill>
              </a:defRPr>
            </a:lvl1pPr>
          </a:lstStyle>
          <a:p>
            <a:r>
              <a:rPr lang="en-US"/>
              <a:t>Department of CSE, National Institute of Technology, Andhra Pradesh</a:t>
            </a:r>
          </a:p>
        </p:txBody>
      </p:sp>
      <p:sp>
        <p:nvSpPr>
          <p:cNvPr id="6" name="Slide Number Placeholder 5"/>
          <p:cNvSpPr>
            <a:spLocks noGrp="1"/>
          </p:cNvSpPr>
          <p:nvPr>
            <p:ph type="sldNum" sz="quarter" idx="4"/>
          </p:nvPr>
        </p:nvSpPr>
        <p:spPr>
          <a:xfrm>
            <a:off x="6553201" y="6356351"/>
            <a:ext cx="2133600" cy="365125"/>
          </a:xfrm>
          <a:prstGeom prst="rect">
            <a:avLst/>
          </a:prstGeom>
        </p:spPr>
        <p:txBody>
          <a:bodyPr vert="horz" lIns="91440" tIns="45720" rIns="91440" bIns="45720" rtlCol="0" anchor="ctr"/>
          <a:lstStyle>
            <a:lvl1pPr algn="r">
              <a:defRPr sz="1198">
                <a:solidFill>
                  <a:schemeClr val="tx1">
                    <a:tint val="75000"/>
                  </a:schemeClr>
                </a:solidFill>
              </a:defRPr>
            </a:lvl1pPr>
          </a:lstStyle>
          <a:p>
            <a:fld id="{186AF604-6CBA-6F4A-A6F6-26E48A4D0EE4}" type="slidenum">
              <a:rPr lang="en-US" smtClean="0"/>
              <a:t>‹#›</a:t>
            </a:fld>
            <a:endParaRPr lang="en-US"/>
          </a:p>
        </p:txBody>
      </p:sp>
    </p:spTree>
    <p:extLst>
      <p:ext uri="{BB962C8B-B14F-4D97-AF65-F5344CB8AC3E}">
        <p14:creationId xmlns:p14="http://schemas.microsoft.com/office/powerpoint/2010/main" val="303773985"/>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sldNum="0" hdr="0" ftr="0" dt="0"/>
  <p:txStyles>
    <p:titleStyle>
      <a:lvl1pPr algn="ctr" defTabSz="456697" rtl="0" eaLnBrk="1" latinLnBrk="0" hangingPunct="1">
        <a:spcBef>
          <a:spcPct val="0"/>
        </a:spcBef>
        <a:buNone/>
        <a:defRPr sz="4395" kern="1200">
          <a:solidFill>
            <a:schemeClr val="tx1"/>
          </a:solidFill>
          <a:latin typeface="+mj-lt"/>
          <a:ea typeface="+mj-ea"/>
          <a:cs typeface="+mj-cs"/>
        </a:defRPr>
      </a:lvl1pPr>
    </p:titleStyle>
    <p:bodyStyle>
      <a:lvl1pPr marL="342523" indent="-342523" algn="l" defTabSz="456697" rtl="0" eaLnBrk="1" latinLnBrk="0" hangingPunct="1">
        <a:spcBef>
          <a:spcPct val="20000"/>
        </a:spcBef>
        <a:buFont typeface="Arial"/>
        <a:buChar char="•"/>
        <a:defRPr sz="3197" kern="1200">
          <a:solidFill>
            <a:schemeClr val="tx1"/>
          </a:solidFill>
          <a:latin typeface="+mn-lt"/>
          <a:ea typeface="+mn-ea"/>
          <a:cs typeface="+mn-cs"/>
        </a:defRPr>
      </a:lvl1pPr>
      <a:lvl2pPr marL="742133" indent="-285436" algn="l" defTabSz="456697" rtl="0" eaLnBrk="1" latinLnBrk="0" hangingPunct="1">
        <a:spcBef>
          <a:spcPct val="20000"/>
        </a:spcBef>
        <a:buFont typeface="Arial"/>
        <a:buChar char="–"/>
        <a:defRPr sz="2797" kern="1200">
          <a:solidFill>
            <a:schemeClr val="tx1"/>
          </a:solidFill>
          <a:latin typeface="+mn-lt"/>
          <a:ea typeface="+mn-ea"/>
          <a:cs typeface="+mn-cs"/>
        </a:defRPr>
      </a:lvl2pPr>
      <a:lvl3pPr marL="1141742" indent="-228349" algn="l" defTabSz="456697" rtl="0" eaLnBrk="1" latinLnBrk="0" hangingPunct="1">
        <a:spcBef>
          <a:spcPct val="20000"/>
        </a:spcBef>
        <a:buFont typeface="Arial"/>
        <a:buChar char="•"/>
        <a:defRPr sz="2398" kern="1200">
          <a:solidFill>
            <a:schemeClr val="tx1"/>
          </a:solidFill>
          <a:latin typeface="+mn-lt"/>
          <a:ea typeface="+mn-ea"/>
          <a:cs typeface="+mn-cs"/>
        </a:defRPr>
      </a:lvl3pPr>
      <a:lvl4pPr marL="1598439" indent="-228349" algn="l" defTabSz="456697" rtl="0" eaLnBrk="1" latinLnBrk="0" hangingPunct="1">
        <a:spcBef>
          <a:spcPct val="20000"/>
        </a:spcBef>
        <a:buFont typeface="Arial"/>
        <a:buChar char="–"/>
        <a:defRPr sz="1998" kern="1200">
          <a:solidFill>
            <a:schemeClr val="tx1"/>
          </a:solidFill>
          <a:latin typeface="+mn-lt"/>
          <a:ea typeface="+mn-ea"/>
          <a:cs typeface="+mn-cs"/>
        </a:defRPr>
      </a:lvl4pPr>
      <a:lvl5pPr marL="2055136" indent="-228349" algn="l" defTabSz="456697" rtl="0" eaLnBrk="1" latinLnBrk="0" hangingPunct="1">
        <a:spcBef>
          <a:spcPct val="20000"/>
        </a:spcBef>
        <a:buFont typeface="Arial"/>
        <a:buChar char="»"/>
        <a:defRPr sz="1998" kern="1200">
          <a:solidFill>
            <a:schemeClr val="tx1"/>
          </a:solidFill>
          <a:latin typeface="+mn-lt"/>
          <a:ea typeface="+mn-ea"/>
          <a:cs typeface="+mn-cs"/>
        </a:defRPr>
      </a:lvl5pPr>
      <a:lvl6pPr marL="2511833" indent="-228349" algn="l" defTabSz="456697" rtl="0" eaLnBrk="1" latinLnBrk="0" hangingPunct="1">
        <a:spcBef>
          <a:spcPct val="20000"/>
        </a:spcBef>
        <a:buFont typeface="Arial"/>
        <a:buChar char="•"/>
        <a:defRPr sz="1998" kern="1200">
          <a:solidFill>
            <a:schemeClr val="tx1"/>
          </a:solidFill>
          <a:latin typeface="+mn-lt"/>
          <a:ea typeface="+mn-ea"/>
          <a:cs typeface="+mn-cs"/>
        </a:defRPr>
      </a:lvl6pPr>
      <a:lvl7pPr marL="2968530" indent="-228349" algn="l" defTabSz="456697" rtl="0" eaLnBrk="1" latinLnBrk="0" hangingPunct="1">
        <a:spcBef>
          <a:spcPct val="20000"/>
        </a:spcBef>
        <a:buFont typeface="Arial"/>
        <a:buChar char="•"/>
        <a:defRPr sz="1998" kern="1200">
          <a:solidFill>
            <a:schemeClr val="tx1"/>
          </a:solidFill>
          <a:latin typeface="+mn-lt"/>
          <a:ea typeface="+mn-ea"/>
          <a:cs typeface="+mn-cs"/>
        </a:defRPr>
      </a:lvl7pPr>
      <a:lvl8pPr marL="3425227" indent="-228349" algn="l" defTabSz="456697" rtl="0" eaLnBrk="1" latinLnBrk="0" hangingPunct="1">
        <a:spcBef>
          <a:spcPct val="20000"/>
        </a:spcBef>
        <a:buFont typeface="Arial"/>
        <a:buChar char="•"/>
        <a:defRPr sz="1998" kern="1200">
          <a:solidFill>
            <a:schemeClr val="tx1"/>
          </a:solidFill>
          <a:latin typeface="+mn-lt"/>
          <a:ea typeface="+mn-ea"/>
          <a:cs typeface="+mn-cs"/>
        </a:defRPr>
      </a:lvl8pPr>
      <a:lvl9pPr marL="3881924" indent="-228349" algn="l" defTabSz="456697" rtl="0" eaLnBrk="1" latinLnBrk="0" hangingPunct="1">
        <a:spcBef>
          <a:spcPct val="20000"/>
        </a:spcBef>
        <a:buFont typeface="Arial"/>
        <a:buChar char="•"/>
        <a:defRPr sz="1998" kern="1200">
          <a:solidFill>
            <a:schemeClr val="tx1"/>
          </a:solidFill>
          <a:latin typeface="+mn-lt"/>
          <a:ea typeface="+mn-ea"/>
          <a:cs typeface="+mn-cs"/>
        </a:defRPr>
      </a:lvl9pPr>
    </p:bodyStyle>
    <p:otherStyle>
      <a:defPPr>
        <a:defRPr lang="en-US"/>
      </a:defPPr>
      <a:lvl1pPr marL="0" algn="l" defTabSz="456697" rtl="0" eaLnBrk="1" latinLnBrk="0" hangingPunct="1">
        <a:defRPr sz="1798" kern="1200">
          <a:solidFill>
            <a:schemeClr val="tx1"/>
          </a:solidFill>
          <a:latin typeface="+mn-lt"/>
          <a:ea typeface="+mn-ea"/>
          <a:cs typeface="+mn-cs"/>
        </a:defRPr>
      </a:lvl1pPr>
      <a:lvl2pPr marL="456697" algn="l" defTabSz="456697" rtl="0" eaLnBrk="1" latinLnBrk="0" hangingPunct="1">
        <a:defRPr sz="1798" kern="1200">
          <a:solidFill>
            <a:schemeClr val="tx1"/>
          </a:solidFill>
          <a:latin typeface="+mn-lt"/>
          <a:ea typeface="+mn-ea"/>
          <a:cs typeface="+mn-cs"/>
        </a:defRPr>
      </a:lvl2pPr>
      <a:lvl3pPr marL="913393" algn="l" defTabSz="456697" rtl="0" eaLnBrk="1" latinLnBrk="0" hangingPunct="1">
        <a:defRPr sz="1798" kern="1200">
          <a:solidFill>
            <a:schemeClr val="tx1"/>
          </a:solidFill>
          <a:latin typeface="+mn-lt"/>
          <a:ea typeface="+mn-ea"/>
          <a:cs typeface="+mn-cs"/>
        </a:defRPr>
      </a:lvl3pPr>
      <a:lvl4pPr marL="1370090" algn="l" defTabSz="456697" rtl="0" eaLnBrk="1" latinLnBrk="0" hangingPunct="1">
        <a:defRPr sz="1798" kern="1200">
          <a:solidFill>
            <a:schemeClr val="tx1"/>
          </a:solidFill>
          <a:latin typeface="+mn-lt"/>
          <a:ea typeface="+mn-ea"/>
          <a:cs typeface="+mn-cs"/>
        </a:defRPr>
      </a:lvl4pPr>
      <a:lvl5pPr marL="1826788" algn="l" defTabSz="456697" rtl="0" eaLnBrk="1" latinLnBrk="0" hangingPunct="1">
        <a:defRPr sz="1798" kern="1200">
          <a:solidFill>
            <a:schemeClr val="tx1"/>
          </a:solidFill>
          <a:latin typeface="+mn-lt"/>
          <a:ea typeface="+mn-ea"/>
          <a:cs typeface="+mn-cs"/>
        </a:defRPr>
      </a:lvl5pPr>
      <a:lvl6pPr marL="2283485" algn="l" defTabSz="456697" rtl="0" eaLnBrk="1" latinLnBrk="0" hangingPunct="1">
        <a:defRPr sz="1798" kern="1200">
          <a:solidFill>
            <a:schemeClr val="tx1"/>
          </a:solidFill>
          <a:latin typeface="+mn-lt"/>
          <a:ea typeface="+mn-ea"/>
          <a:cs typeface="+mn-cs"/>
        </a:defRPr>
      </a:lvl6pPr>
      <a:lvl7pPr marL="2740181" algn="l" defTabSz="456697" rtl="0" eaLnBrk="1" latinLnBrk="0" hangingPunct="1">
        <a:defRPr sz="1798" kern="1200">
          <a:solidFill>
            <a:schemeClr val="tx1"/>
          </a:solidFill>
          <a:latin typeface="+mn-lt"/>
          <a:ea typeface="+mn-ea"/>
          <a:cs typeface="+mn-cs"/>
        </a:defRPr>
      </a:lvl7pPr>
      <a:lvl8pPr marL="3196878" algn="l" defTabSz="456697" rtl="0" eaLnBrk="1" latinLnBrk="0" hangingPunct="1">
        <a:defRPr sz="1798" kern="1200">
          <a:solidFill>
            <a:schemeClr val="tx1"/>
          </a:solidFill>
          <a:latin typeface="+mn-lt"/>
          <a:ea typeface="+mn-ea"/>
          <a:cs typeface="+mn-cs"/>
        </a:defRPr>
      </a:lvl8pPr>
      <a:lvl9pPr marL="3653575" algn="l" defTabSz="456697" rtl="0" eaLnBrk="1" latinLnBrk="0" hangingPunct="1">
        <a:defRPr sz="1798"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5.emf"/><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2" name="Freeform 22"/>
          <p:cNvSpPr/>
          <p:nvPr/>
        </p:nvSpPr>
        <p:spPr>
          <a:xfrm>
            <a:off x="2379" y="3359177"/>
            <a:ext cx="4603755" cy="95027"/>
          </a:xfrm>
          <a:custGeom>
            <a:avLst/>
            <a:gdLst>
              <a:gd name="connsiteX0" fmla="*/ 0 w 1535976"/>
              <a:gd name="connsiteY0" fmla="*/ 109651 h 109651"/>
              <a:gd name="connsiteX1" fmla="*/ 1535976 w 1535976"/>
              <a:gd name="connsiteY1" fmla="*/ 109651 h 109651"/>
              <a:gd name="connsiteX2" fmla="*/ 1535976 w 1535976"/>
              <a:gd name="connsiteY2" fmla="*/ 0 h 109651"/>
              <a:gd name="connsiteX3" fmla="*/ 0 w 1535976"/>
              <a:gd name="connsiteY3" fmla="*/ 0 h 109651"/>
              <a:gd name="connsiteX4" fmla="*/ 0 w 1535976"/>
              <a:gd name="connsiteY4" fmla="*/ 109651 h 1096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35976" h="109651">
                <a:moveTo>
                  <a:pt x="0" y="109651"/>
                </a:moveTo>
                <a:lnTo>
                  <a:pt x="1535976" y="109651"/>
                </a:lnTo>
                <a:lnTo>
                  <a:pt x="1535976" y="0"/>
                </a:lnTo>
                <a:lnTo>
                  <a:pt x="0" y="0"/>
                </a:lnTo>
                <a:lnTo>
                  <a:pt x="0" y="109651"/>
                </a:lnTo>
                <a:close/>
              </a:path>
            </a:pathLst>
          </a:custGeom>
          <a:solidFill>
            <a:srgbClr val="4646B9">
              <a:alpha val="100000"/>
            </a:srgbClr>
          </a:solidFill>
          <a:ln w="12700">
            <a:solidFill>
              <a:srgbClr val="000000">
                <a:alpha val="0"/>
              </a:srgbClr>
            </a:solidFill>
          </a:ln>
          <a:effectLst/>
        </p:spPr>
        <p:style>
          <a:lnRef idx="2">
            <a:schemeClr val="accent1"/>
          </a:lnRef>
          <a:fillRef idx="0">
            <a:schemeClr val="accent1"/>
          </a:fillRef>
          <a:effectRef idx="1">
            <a:schemeClr val="accent1"/>
          </a:effectRef>
          <a:fontRef idx="minor">
            <a:schemeClr val="tx1"/>
          </a:fontRef>
        </p:style>
        <p:txBody>
          <a:bodyPr rtlCol="0" anchor="ctr"/>
          <a:lstStyle/>
          <a:p>
            <a:pPr algn="ctr" defTabSz="913393"/>
            <a:endParaRPr lang="en-US" sz="1798" dirty="0">
              <a:solidFill>
                <a:prstClr val="black"/>
              </a:solidFill>
              <a:latin typeface="Calibri"/>
            </a:endParaRPr>
          </a:p>
        </p:txBody>
      </p:sp>
      <p:sp>
        <p:nvSpPr>
          <p:cNvPr id="2" name="Rectangle: Rounded Corners 1">
            <a:extLst>
              <a:ext uri="{FF2B5EF4-FFF2-40B4-BE49-F238E27FC236}">
                <a16:creationId xmlns:a16="http://schemas.microsoft.com/office/drawing/2014/main" id="{121725C3-A998-4595-9599-9EEC6D541693}"/>
              </a:ext>
            </a:extLst>
          </p:cNvPr>
          <p:cNvSpPr/>
          <p:nvPr/>
        </p:nvSpPr>
        <p:spPr>
          <a:xfrm>
            <a:off x="131654" y="950947"/>
            <a:ext cx="4345204" cy="865389"/>
          </a:xfrm>
          <a:prstGeom prst="roundRect">
            <a:avLst/>
          </a:prstGeom>
          <a:solidFill>
            <a:srgbClr val="4646B9"/>
          </a:solidFill>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t>Risk Management</a:t>
            </a:r>
            <a:endParaRPr lang="en-US" sz="1400" dirty="0">
              <a:solidFill>
                <a:schemeClr val="bg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Freeform 20"/>
          <p:cNvSpPr/>
          <p:nvPr/>
        </p:nvSpPr>
        <p:spPr>
          <a:xfrm>
            <a:off x="2378" y="1785"/>
            <a:ext cx="4603757" cy="336543"/>
          </a:xfrm>
          <a:custGeom>
            <a:avLst/>
            <a:gdLst>
              <a:gd name="connsiteX0" fmla="*/ 0 w 2303995"/>
              <a:gd name="connsiteY0" fmla="*/ 140017 h 140017"/>
              <a:gd name="connsiteX1" fmla="*/ 2303995 w 2303995"/>
              <a:gd name="connsiteY1" fmla="*/ 140017 h 140017"/>
              <a:gd name="connsiteX2" fmla="*/ 2303995 w 2303995"/>
              <a:gd name="connsiteY2" fmla="*/ 0 h 140017"/>
              <a:gd name="connsiteX3" fmla="*/ 0 w 2303995"/>
              <a:gd name="connsiteY3" fmla="*/ 0 h 140017"/>
              <a:gd name="connsiteX4" fmla="*/ 0 w 2303995"/>
              <a:gd name="connsiteY4" fmla="*/ 140017 h 1400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03995" h="140017">
                <a:moveTo>
                  <a:pt x="0" y="140017"/>
                </a:moveTo>
                <a:lnTo>
                  <a:pt x="2303995" y="140017"/>
                </a:lnTo>
                <a:lnTo>
                  <a:pt x="2303995" y="0"/>
                </a:lnTo>
                <a:lnTo>
                  <a:pt x="0" y="0"/>
                </a:lnTo>
                <a:lnTo>
                  <a:pt x="0" y="140017"/>
                </a:lnTo>
                <a:close/>
              </a:path>
            </a:pathLst>
          </a:custGeom>
          <a:solidFill>
            <a:srgbClr val="4646B9">
              <a:alpha val="100000"/>
            </a:srgbClr>
          </a:solidFill>
          <a:ln w="12700">
            <a:solidFill>
              <a:srgbClr val="000000">
                <a:alpha val="0"/>
              </a:srgbClr>
            </a:solidFill>
          </a:ln>
          <a:effectLst/>
        </p:spPr>
        <p:style>
          <a:lnRef idx="2">
            <a:schemeClr val="accent1"/>
          </a:lnRef>
          <a:fillRef idx="0">
            <a:schemeClr val="accent1"/>
          </a:fillRef>
          <a:effectRef idx="1">
            <a:schemeClr val="accent1"/>
          </a:effectRef>
          <a:fontRef idx="minor">
            <a:schemeClr val="tx1"/>
          </a:fontRef>
        </p:style>
        <p:txBody>
          <a:bodyPr rtlCol="0" anchor="ctr"/>
          <a:lstStyle/>
          <a:p>
            <a:r>
              <a:rPr lang="en-US" sz="1400" dirty="0">
                <a:solidFill>
                  <a:srgbClr val="FFFFFF"/>
                </a:solidFill>
                <a:latin typeface="Times New Roman" panose="02020603050405020304" pitchFamily="18" charset="0"/>
                <a:cs typeface="Times New Roman" panose="02020603050405020304" pitchFamily="18" charset="0"/>
              </a:rPr>
              <a:t>Risk</a:t>
            </a:r>
          </a:p>
        </p:txBody>
      </p:sp>
      <p:sp>
        <p:nvSpPr>
          <p:cNvPr id="25" name="TextBox 25"/>
          <p:cNvSpPr txBox="1"/>
          <p:nvPr/>
        </p:nvSpPr>
        <p:spPr>
          <a:xfrm>
            <a:off x="79179" y="543970"/>
            <a:ext cx="4431695" cy="2246769"/>
          </a:xfrm>
          <a:prstGeom prst="rect">
            <a:avLst/>
          </a:prstGeom>
          <a:noFill/>
        </p:spPr>
        <p:txBody>
          <a:bodyPr wrap="square" lIns="0" tIns="0" rIns="0" bIns="0" rtlCol="0">
            <a:spAutoFit/>
          </a:bodyPr>
          <a:lstStyle/>
          <a:p>
            <a:pPr algn="just"/>
            <a:r>
              <a:rPr lang="en-US" sz="1200" b="1" dirty="0"/>
              <a:t>Definition</a:t>
            </a:r>
          </a:p>
          <a:p>
            <a:pPr algn="just"/>
            <a:endParaRPr lang="en-US" sz="1200" b="1" dirty="0"/>
          </a:p>
          <a:p>
            <a:pPr marL="171450" indent="-171450" algn="just">
              <a:buFont typeface="Arial" panose="020B0604020202020204" pitchFamily="34" charset="0"/>
              <a:buChar char="•"/>
            </a:pPr>
            <a:r>
              <a:rPr lang="en-US" sz="1100" dirty="0"/>
              <a:t>An uncertain event or condition that, if it occurs, has a positive or negative effect on a project’s objectives.</a:t>
            </a:r>
          </a:p>
          <a:p>
            <a:pPr marL="171450" indent="-171450" algn="just">
              <a:buFont typeface="Arial" panose="020B0604020202020204" pitchFamily="34" charset="0"/>
              <a:buChar char="•"/>
            </a:pPr>
            <a:endParaRPr lang="en-US" sz="1100" dirty="0"/>
          </a:p>
          <a:p>
            <a:pPr marL="171450" indent="-171450" algn="just">
              <a:buFont typeface="Arial" panose="020B0604020202020204" pitchFamily="34" charset="0"/>
              <a:buChar char="•"/>
            </a:pPr>
            <a:r>
              <a:rPr lang="en-US" sz="1100" dirty="0"/>
              <a:t>The chance of exposure to the adverse consequences of future events.</a:t>
            </a:r>
            <a:endParaRPr lang="en-IN" sz="1100" dirty="0"/>
          </a:p>
          <a:p>
            <a:pPr marL="171450" indent="-171450" fontAlgn="base">
              <a:buFont typeface="Arial" panose="020B0604020202020204" pitchFamily="34" charset="0"/>
              <a:buChar char="•"/>
            </a:pPr>
            <a:endParaRPr lang="en-US" sz="1100" dirty="0"/>
          </a:p>
          <a:p>
            <a:pPr fontAlgn="base"/>
            <a:r>
              <a:rPr lang="en-US" sz="1100" dirty="0"/>
              <a:t>The key elements of a risk</a:t>
            </a:r>
          </a:p>
          <a:p>
            <a:pPr fontAlgn="base"/>
            <a:endParaRPr lang="en-US" sz="1100" dirty="0"/>
          </a:p>
          <a:p>
            <a:pPr marL="171450" indent="-171450" fontAlgn="base">
              <a:buFont typeface="Arial" panose="020B0604020202020204" pitchFamily="34" charset="0"/>
              <a:buChar char="•"/>
            </a:pPr>
            <a:r>
              <a:rPr lang="en-US" sz="1100" dirty="0"/>
              <a:t>It relates to the future</a:t>
            </a:r>
          </a:p>
          <a:p>
            <a:pPr marL="171450" indent="-171450" fontAlgn="base">
              <a:buFont typeface="Arial" panose="020B0604020202020204" pitchFamily="34" charset="0"/>
              <a:buChar char="•"/>
            </a:pPr>
            <a:r>
              <a:rPr lang="en-US" sz="1100" dirty="0"/>
              <a:t>It involves cause and effect</a:t>
            </a:r>
          </a:p>
          <a:p>
            <a:pPr marL="628650" lvl="1" indent="-171450" fontAlgn="base">
              <a:buFont typeface="Arial" panose="020B0604020202020204" pitchFamily="34" charset="0"/>
              <a:buChar char="•"/>
            </a:pPr>
            <a:endParaRPr lang="en-US" sz="1200" dirty="0"/>
          </a:p>
          <a:p>
            <a:pPr lvl="1" fontAlgn="base"/>
            <a:endParaRPr lang="en-US" altLang="zh-CN" sz="1100" spc="-20" dirty="0">
              <a:latin typeface="Times New Roman"/>
              <a:ea typeface="Times New Roman"/>
            </a:endParaRPr>
          </a:p>
        </p:txBody>
      </p:sp>
      <p:sp>
        <p:nvSpPr>
          <p:cNvPr id="5" name="Freeform 22">
            <a:extLst>
              <a:ext uri="{FF2B5EF4-FFF2-40B4-BE49-F238E27FC236}">
                <a16:creationId xmlns:a16="http://schemas.microsoft.com/office/drawing/2014/main" id="{60367993-E6D8-4B4C-AC49-FCF20132C713}"/>
              </a:ext>
            </a:extLst>
          </p:cNvPr>
          <p:cNvSpPr/>
          <p:nvPr/>
        </p:nvSpPr>
        <p:spPr>
          <a:xfrm>
            <a:off x="4758" y="3359176"/>
            <a:ext cx="4603755" cy="95027"/>
          </a:xfrm>
          <a:custGeom>
            <a:avLst/>
            <a:gdLst>
              <a:gd name="connsiteX0" fmla="*/ 0 w 1535976"/>
              <a:gd name="connsiteY0" fmla="*/ 109651 h 109651"/>
              <a:gd name="connsiteX1" fmla="*/ 1535976 w 1535976"/>
              <a:gd name="connsiteY1" fmla="*/ 109651 h 109651"/>
              <a:gd name="connsiteX2" fmla="*/ 1535976 w 1535976"/>
              <a:gd name="connsiteY2" fmla="*/ 0 h 109651"/>
              <a:gd name="connsiteX3" fmla="*/ 0 w 1535976"/>
              <a:gd name="connsiteY3" fmla="*/ 0 h 109651"/>
              <a:gd name="connsiteX4" fmla="*/ 0 w 1535976"/>
              <a:gd name="connsiteY4" fmla="*/ 109651 h 1096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35976" h="109651">
                <a:moveTo>
                  <a:pt x="0" y="109651"/>
                </a:moveTo>
                <a:lnTo>
                  <a:pt x="1535976" y="109651"/>
                </a:lnTo>
                <a:lnTo>
                  <a:pt x="1535976" y="0"/>
                </a:lnTo>
                <a:lnTo>
                  <a:pt x="0" y="0"/>
                </a:lnTo>
                <a:lnTo>
                  <a:pt x="0" y="109651"/>
                </a:lnTo>
                <a:close/>
              </a:path>
            </a:pathLst>
          </a:custGeom>
          <a:solidFill>
            <a:srgbClr val="4646B9">
              <a:alpha val="100000"/>
            </a:srgbClr>
          </a:solidFill>
          <a:ln w="12700">
            <a:solidFill>
              <a:srgbClr val="000000">
                <a:alpha val="0"/>
              </a:srgbClr>
            </a:solidFill>
          </a:ln>
          <a:effectLst/>
        </p:spPr>
        <p:style>
          <a:lnRef idx="2">
            <a:schemeClr val="accent1"/>
          </a:lnRef>
          <a:fillRef idx="0">
            <a:schemeClr val="accent1"/>
          </a:fillRef>
          <a:effectRef idx="1">
            <a:schemeClr val="accent1"/>
          </a:effectRef>
          <a:fontRef idx="minor">
            <a:schemeClr val="tx1"/>
          </a:fontRef>
        </p:style>
        <p:txBody>
          <a:bodyPr rtlCol="0" anchor="ctr"/>
          <a:lstStyle/>
          <a:p>
            <a:pPr marL="0" marR="0" lvl="0" indent="0" algn="l" defTabSz="913393" rtl="0" eaLnBrk="1" fontAlgn="auto" latinLnBrk="0" hangingPunct="1">
              <a:lnSpc>
                <a:spcPct val="100000"/>
              </a:lnSpc>
              <a:spcBef>
                <a:spcPts val="0"/>
              </a:spcBef>
              <a:spcAft>
                <a:spcPts val="0"/>
              </a:spcAft>
              <a:buClrTx/>
              <a:buSzTx/>
              <a:buFontTx/>
              <a:buNone/>
              <a:tabLst/>
              <a:defRPr/>
            </a:pPr>
            <a:endParaRPr kumimoji="0" lang="en-US" sz="600" b="0" i="0" u="none" strike="noStrike" kern="1200" cap="none" spc="0" normalizeH="0" baseline="0" noProof="0" dirty="0">
              <a:ln>
                <a:noFill/>
              </a:ln>
              <a:solidFill>
                <a:prstClr val="black"/>
              </a:solidFill>
              <a:effectLst/>
              <a:uLnTx/>
              <a:uFillTx/>
              <a:latin typeface="Calibri"/>
              <a:ea typeface="+mn-ea"/>
              <a:cs typeface="Arial" panose="020B0604020202020204" pitchFamily="34" charset="0"/>
            </a:endParaRPr>
          </a:p>
        </p:txBody>
      </p:sp>
      <p:sp>
        <p:nvSpPr>
          <p:cNvPr id="8" name="Footer Placeholder 3">
            <a:extLst>
              <a:ext uri="{FF2B5EF4-FFF2-40B4-BE49-F238E27FC236}">
                <a16:creationId xmlns:a16="http://schemas.microsoft.com/office/drawing/2014/main" id="{6F242E51-DF16-4C1F-A071-C7488362798C}"/>
              </a:ext>
            </a:extLst>
          </p:cNvPr>
          <p:cNvSpPr txBox="1">
            <a:spLocks/>
          </p:cNvSpPr>
          <p:nvPr/>
        </p:nvSpPr>
        <p:spPr>
          <a:xfrm>
            <a:off x="4262618" y="3318894"/>
            <a:ext cx="248256" cy="126751"/>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2700" marR="0" lvl="0" indent="0" algn="l" defTabSz="914400" rtl="0" eaLnBrk="1" fontAlgn="auto" latinLnBrk="0" hangingPunct="1">
              <a:lnSpc>
                <a:spcPts val="675"/>
              </a:lnSpc>
              <a:spcBef>
                <a:spcPts val="0"/>
              </a:spcBef>
              <a:spcAft>
                <a:spcPts val="0"/>
              </a:spcAft>
              <a:buClrTx/>
              <a:buSzTx/>
              <a:buFontTx/>
              <a:buNone/>
              <a:tabLst/>
              <a:defRPr/>
            </a:pPr>
            <a:endParaRPr kumimoji="0" lang="en-IN" sz="600" b="0" i="0" u="none" strike="noStrike" kern="1200" cap="none" spc="-15" normalizeH="0" baseline="0" noProof="0" dirty="0">
              <a:ln>
                <a:noFill/>
              </a:ln>
              <a:solidFill>
                <a:prstClr val="white"/>
              </a:solidFill>
              <a:effectLst/>
              <a:uLnTx/>
              <a:uFillTx/>
              <a:latin typeface="Calibri"/>
              <a:ea typeface="+mn-ea"/>
              <a:cs typeface="Arial"/>
            </a:endParaRPr>
          </a:p>
        </p:txBody>
      </p:sp>
    </p:spTree>
    <p:extLst>
      <p:ext uri="{BB962C8B-B14F-4D97-AF65-F5344CB8AC3E}">
        <p14:creationId xmlns:p14="http://schemas.microsoft.com/office/powerpoint/2010/main" val="178356460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Freeform 20"/>
          <p:cNvSpPr/>
          <p:nvPr/>
        </p:nvSpPr>
        <p:spPr>
          <a:xfrm>
            <a:off x="2378" y="1785"/>
            <a:ext cx="4603757" cy="336543"/>
          </a:xfrm>
          <a:custGeom>
            <a:avLst/>
            <a:gdLst>
              <a:gd name="connsiteX0" fmla="*/ 0 w 2303995"/>
              <a:gd name="connsiteY0" fmla="*/ 140017 h 140017"/>
              <a:gd name="connsiteX1" fmla="*/ 2303995 w 2303995"/>
              <a:gd name="connsiteY1" fmla="*/ 140017 h 140017"/>
              <a:gd name="connsiteX2" fmla="*/ 2303995 w 2303995"/>
              <a:gd name="connsiteY2" fmla="*/ 0 h 140017"/>
              <a:gd name="connsiteX3" fmla="*/ 0 w 2303995"/>
              <a:gd name="connsiteY3" fmla="*/ 0 h 140017"/>
              <a:gd name="connsiteX4" fmla="*/ 0 w 2303995"/>
              <a:gd name="connsiteY4" fmla="*/ 140017 h 1400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03995" h="140017">
                <a:moveTo>
                  <a:pt x="0" y="140017"/>
                </a:moveTo>
                <a:lnTo>
                  <a:pt x="2303995" y="140017"/>
                </a:lnTo>
                <a:lnTo>
                  <a:pt x="2303995" y="0"/>
                </a:lnTo>
                <a:lnTo>
                  <a:pt x="0" y="0"/>
                </a:lnTo>
                <a:lnTo>
                  <a:pt x="0" y="140017"/>
                </a:lnTo>
                <a:close/>
              </a:path>
            </a:pathLst>
          </a:custGeom>
          <a:solidFill>
            <a:srgbClr val="4646B9">
              <a:alpha val="100000"/>
            </a:srgbClr>
          </a:solidFill>
          <a:ln w="12700">
            <a:solidFill>
              <a:srgbClr val="000000">
                <a:alpha val="0"/>
              </a:srgbClr>
            </a:solidFill>
          </a:ln>
          <a:effectLst/>
        </p:spPr>
        <p:style>
          <a:lnRef idx="2">
            <a:schemeClr val="accent1"/>
          </a:lnRef>
          <a:fillRef idx="0">
            <a:schemeClr val="accent1"/>
          </a:fillRef>
          <a:effectRef idx="1">
            <a:schemeClr val="accent1"/>
          </a:effectRef>
          <a:fontRef idx="minor">
            <a:schemeClr val="tx1"/>
          </a:fontRef>
        </p:style>
        <p:txBody>
          <a:bodyPr rtlCol="0" anchor="ctr"/>
          <a:lstStyle/>
          <a:p>
            <a:r>
              <a:rPr lang="en-US" sz="1400" dirty="0">
                <a:solidFill>
                  <a:srgbClr val="FFFFFF"/>
                </a:solidFill>
                <a:latin typeface="Times New Roman" panose="02020603050405020304" pitchFamily="18" charset="0"/>
                <a:cs typeface="Times New Roman" panose="02020603050405020304" pitchFamily="18" charset="0"/>
              </a:rPr>
              <a:t>Example</a:t>
            </a:r>
          </a:p>
        </p:txBody>
      </p:sp>
      <p:sp>
        <p:nvSpPr>
          <p:cNvPr id="25" name="TextBox 25"/>
          <p:cNvSpPr txBox="1"/>
          <p:nvPr/>
        </p:nvSpPr>
        <p:spPr>
          <a:xfrm>
            <a:off x="79179" y="543970"/>
            <a:ext cx="4431695" cy="2554545"/>
          </a:xfrm>
          <a:prstGeom prst="rect">
            <a:avLst/>
          </a:prstGeom>
          <a:noFill/>
        </p:spPr>
        <p:txBody>
          <a:bodyPr wrap="square" lIns="0" tIns="0" rIns="0" bIns="0" rtlCol="0">
            <a:spAutoFit/>
          </a:bodyPr>
          <a:lstStyle/>
          <a:p>
            <a:r>
              <a:rPr lang="en-IN" sz="1100" dirty="0"/>
              <a:t>Match the following causes to effects</a:t>
            </a:r>
          </a:p>
          <a:p>
            <a:endParaRPr lang="en-IN" sz="1100" dirty="0"/>
          </a:p>
          <a:p>
            <a:r>
              <a:rPr lang="en-IN" sz="1100" b="1" dirty="0"/>
              <a:t>Causes</a:t>
            </a:r>
          </a:p>
          <a:p>
            <a:pPr marL="228600" indent="-228600">
              <a:buAutoNum type="alphaLcParenBoth"/>
            </a:pPr>
            <a:r>
              <a:rPr lang="en-IN" sz="1100" dirty="0"/>
              <a:t>Staff inexperience</a:t>
            </a:r>
          </a:p>
          <a:p>
            <a:pPr marL="228600" indent="-228600">
              <a:buAutoNum type="alphaLcParenBoth"/>
            </a:pPr>
            <a:r>
              <a:rPr lang="en-IN" sz="1100" dirty="0"/>
              <a:t>Lack of top management commitment</a:t>
            </a:r>
          </a:p>
          <a:p>
            <a:pPr marL="228600" indent="-228600">
              <a:buAutoNum type="alphaLcParenBoth"/>
            </a:pPr>
            <a:r>
              <a:rPr lang="en-IN" sz="1100" dirty="0"/>
              <a:t>New technology</a:t>
            </a:r>
          </a:p>
          <a:p>
            <a:pPr marL="228600" indent="-228600">
              <a:buAutoNum type="alphaLcParenBoth"/>
            </a:pPr>
            <a:r>
              <a:rPr lang="en-IN" sz="1100" dirty="0"/>
              <a:t>Users uncertain of their requirements</a:t>
            </a:r>
          </a:p>
          <a:p>
            <a:endParaRPr lang="en-IN" sz="1100" dirty="0"/>
          </a:p>
          <a:p>
            <a:r>
              <a:rPr lang="en-IN" sz="1100" b="1" dirty="0"/>
              <a:t>Effects</a:t>
            </a:r>
          </a:p>
          <a:p>
            <a:pPr marL="285750" indent="-285750">
              <a:buAutoNum type="romanLcParenBoth"/>
            </a:pPr>
            <a:r>
              <a:rPr lang="en-IN" sz="1100" dirty="0"/>
              <a:t>Testing takes longer than planned</a:t>
            </a:r>
          </a:p>
          <a:p>
            <a:pPr marL="285750" indent="-285750">
              <a:buAutoNum type="romanLcParenBoth"/>
            </a:pPr>
            <a:r>
              <a:rPr lang="en-IN" sz="1100" dirty="0"/>
              <a:t>Planned effort and time for activities exceeded</a:t>
            </a:r>
          </a:p>
          <a:p>
            <a:pPr marL="285750" indent="-285750">
              <a:buAutoNum type="romanLcParenBoth"/>
            </a:pPr>
            <a:r>
              <a:rPr lang="en-IN" sz="1100" dirty="0"/>
              <a:t>Project scope increases</a:t>
            </a:r>
          </a:p>
          <a:p>
            <a:pPr marL="285750" indent="-285750">
              <a:buAutoNum type="romanLcParenBoth"/>
            </a:pPr>
            <a:r>
              <a:rPr lang="en-IN" sz="1100" dirty="0"/>
              <a:t>Time delays in getting changes to plans agreed </a:t>
            </a:r>
          </a:p>
          <a:p>
            <a:pPr marL="628650" lvl="1" indent="-171450" fontAlgn="base">
              <a:buFont typeface="Arial" panose="020B0604020202020204" pitchFamily="34" charset="0"/>
              <a:buChar char="•"/>
            </a:pPr>
            <a:endParaRPr lang="en-US" sz="1200" dirty="0"/>
          </a:p>
          <a:p>
            <a:pPr lvl="1" fontAlgn="base"/>
            <a:endParaRPr lang="en-US" altLang="zh-CN" sz="1100" spc="-20" dirty="0">
              <a:latin typeface="Times New Roman"/>
              <a:ea typeface="Times New Roman"/>
            </a:endParaRPr>
          </a:p>
        </p:txBody>
      </p:sp>
      <p:sp>
        <p:nvSpPr>
          <p:cNvPr id="5" name="Freeform 22">
            <a:extLst>
              <a:ext uri="{FF2B5EF4-FFF2-40B4-BE49-F238E27FC236}">
                <a16:creationId xmlns:a16="http://schemas.microsoft.com/office/drawing/2014/main" id="{60367993-E6D8-4B4C-AC49-FCF20132C713}"/>
              </a:ext>
            </a:extLst>
          </p:cNvPr>
          <p:cNvSpPr/>
          <p:nvPr/>
        </p:nvSpPr>
        <p:spPr>
          <a:xfrm>
            <a:off x="4758" y="3359176"/>
            <a:ext cx="4603755" cy="95027"/>
          </a:xfrm>
          <a:custGeom>
            <a:avLst/>
            <a:gdLst>
              <a:gd name="connsiteX0" fmla="*/ 0 w 1535976"/>
              <a:gd name="connsiteY0" fmla="*/ 109651 h 109651"/>
              <a:gd name="connsiteX1" fmla="*/ 1535976 w 1535976"/>
              <a:gd name="connsiteY1" fmla="*/ 109651 h 109651"/>
              <a:gd name="connsiteX2" fmla="*/ 1535976 w 1535976"/>
              <a:gd name="connsiteY2" fmla="*/ 0 h 109651"/>
              <a:gd name="connsiteX3" fmla="*/ 0 w 1535976"/>
              <a:gd name="connsiteY3" fmla="*/ 0 h 109651"/>
              <a:gd name="connsiteX4" fmla="*/ 0 w 1535976"/>
              <a:gd name="connsiteY4" fmla="*/ 109651 h 1096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35976" h="109651">
                <a:moveTo>
                  <a:pt x="0" y="109651"/>
                </a:moveTo>
                <a:lnTo>
                  <a:pt x="1535976" y="109651"/>
                </a:lnTo>
                <a:lnTo>
                  <a:pt x="1535976" y="0"/>
                </a:lnTo>
                <a:lnTo>
                  <a:pt x="0" y="0"/>
                </a:lnTo>
                <a:lnTo>
                  <a:pt x="0" y="109651"/>
                </a:lnTo>
                <a:close/>
              </a:path>
            </a:pathLst>
          </a:custGeom>
          <a:solidFill>
            <a:srgbClr val="4646B9">
              <a:alpha val="100000"/>
            </a:srgbClr>
          </a:solidFill>
          <a:ln w="12700">
            <a:solidFill>
              <a:srgbClr val="000000">
                <a:alpha val="0"/>
              </a:srgbClr>
            </a:solidFill>
          </a:ln>
          <a:effectLst/>
        </p:spPr>
        <p:style>
          <a:lnRef idx="2">
            <a:schemeClr val="accent1"/>
          </a:lnRef>
          <a:fillRef idx="0">
            <a:schemeClr val="accent1"/>
          </a:fillRef>
          <a:effectRef idx="1">
            <a:schemeClr val="accent1"/>
          </a:effectRef>
          <a:fontRef idx="minor">
            <a:schemeClr val="tx1"/>
          </a:fontRef>
        </p:style>
        <p:txBody>
          <a:bodyPr rtlCol="0" anchor="ctr"/>
          <a:lstStyle/>
          <a:p>
            <a:pPr marL="0" marR="0" lvl="0" indent="0" algn="l" defTabSz="913393" rtl="0" eaLnBrk="1" fontAlgn="auto" latinLnBrk="0" hangingPunct="1">
              <a:lnSpc>
                <a:spcPct val="100000"/>
              </a:lnSpc>
              <a:spcBef>
                <a:spcPts val="0"/>
              </a:spcBef>
              <a:spcAft>
                <a:spcPts val="0"/>
              </a:spcAft>
              <a:buClrTx/>
              <a:buSzTx/>
              <a:buFontTx/>
              <a:buNone/>
              <a:tabLst/>
              <a:defRPr/>
            </a:pPr>
            <a:endParaRPr kumimoji="0" lang="en-US" sz="600" b="0" i="0" u="none" strike="noStrike" kern="1200" cap="none" spc="0" normalizeH="0" baseline="0" noProof="0" dirty="0">
              <a:ln>
                <a:noFill/>
              </a:ln>
              <a:solidFill>
                <a:prstClr val="black"/>
              </a:solidFill>
              <a:effectLst/>
              <a:uLnTx/>
              <a:uFillTx/>
              <a:latin typeface="Calibri"/>
              <a:ea typeface="+mn-ea"/>
              <a:cs typeface="Arial" panose="020B0604020202020204" pitchFamily="34" charset="0"/>
            </a:endParaRPr>
          </a:p>
        </p:txBody>
      </p:sp>
      <p:sp>
        <p:nvSpPr>
          <p:cNvPr id="8" name="Footer Placeholder 3">
            <a:extLst>
              <a:ext uri="{FF2B5EF4-FFF2-40B4-BE49-F238E27FC236}">
                <a16:creationId xmlns:a16="http://schemas.microsoft.com/office/drawing/2014/main" id="{6F242E51-DF16-4C1F-A071-C7488362798C}"/>
              </a:ext>
            </a:extLst>
          </p:cNvPr>
          <p:cNvSpPr txBox="1">
            <a:spLocks/>
          </p:cNvSpPr>
          <p:nvPr/>
        </p:nvSpPr>
        <p:spPr>
          <a:xfrm>
            <a:off x="4262618" y="3318894"/>
            <a:ext cx="248256" cy="126751"/>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2700" marR="0" lvl="0" indent="0" algn="l" defTabSz="914400" rtl="0" eaLnBrk="1" fontAlgn="auto" latinLnBrk="0" hangingPunct="1">
              <a:lnSpc>
                <a:spcPts val="675"/>
              </a:lnSpc>
              <a:spcBef>
                <a:spcPts val="0"/>
              </a:spcBef>
              <a:spcAft>
                <a:spcPts val="0"/>
              </a:spcAft>
              <a:buClrTx/>
              <a:buSzTx/>
              <a:buFontTx/>
              <a:buNone/>
              <a:tabLst/>
              <a:defRPr/>
            </a:pPr>
            <a:endParaRPr kumimoji="0" lang="en-IN" sz="600" b="0" i="0" u="none" strike="noStrike" kern="1200" cap="none" spc="-15" normalizeH="0" baseline="0" noProof="0" dirty="0">
              <a:ln>
                <a:noFill/>
              </a:ln>
              <a:solidFill>
                <a:prstClr val="white"/>
              </a:solidFill>
              <a:effectLst/>
              <a:uLnTx/>
              <a:uFillTx/>
              <a:latin typeface="Calibri"/>
              <a:ea typeface="+mn-ea"/>
              <a:cs typeface="Arial"/>
            </a:endParaRPr>
          </a:p>
        </p:txBody>
      </p:sp>
    </p:spTree>
    <p:extLst>
      <p:ext uri="{BB962C8B-B14F-4D97-AF65-F5344CB8AC3E}">
        <p14:creationId xmlns:p14="http://schemas.microsoft.com/office/powerpoint/2010/main" val="383494897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Freeform 20"/>
          <p:cNvSpPr/>
          <p:nvPr/>
        </p:nvSpPr>
        <p:spPr>
          <a:xfrm>
            <a:off x="2378" y="1785"/>
            <a:ext cx="4603757" cy="336543"/>
          </a:xfrm>
          <a:custGeom>
            <a:avLst/>
            <a:gdLst>
              <a:gd name="connsiteX0" fmla="*/ 0 w 2303995"/>
              <a:gd name="connsiteY0" fmla="*/ 140017 h 140017"/>
              <a:gd name="connsiteX1" fmla="*/ 2303995 w 2303995"/>
              <a:gd name="connsiteY1" fmla="*/ 140017 h 140017"/>
              <a:gd name="connsiteX2" fmla="*/ 2303995 w 2303995"/>
              <a:gd name="connsiteY2" fmla="*/ 0 h 140017"/>
              <a:gd name="connsiteX3" fmla="*/ 0 w 2303995"/>
              <a:gd name="connsiteY3" fmla="*/ 0 h 140017"/>
              <a:gd name="connsiteX4" fmla="*/ 0 w 2303995"/>
              <a:gd name="connsiteY4" fmla="*/ 140017 h 1400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03995" h="140017">
                <a:moveTo>
                  <a:pt x="0" y="140017"/>
                </a:moveTo>
                <a:lnTo>
                  <a:pt x="2303995" y="140017"/>
                </a:lnTo>
                <a:lnTo>
                  <a:pt x="2303995" y="0"/>
                </a:lnTo>
                <a:lnTo>
                  <a:pt x="0" y="0"/>
                </a:lnTo>
                <a:lnTo>
                  <a:pt x="0" y="140017"/>
                </a:lnTo>
                <a:close/>
              </a:path>
            </a:pathLst>
          </a:custGeom>
          <a:solidFill>
            <a:srgbClr val="4646B9">
              <a:alpha val="100000"/>
            </a:srgbClr>
          </a:solidFill>
          <a:ln w="12700">
            <a:solidFill>
              <a:srgbClr val="000000">
                <a:alpha val="0"/>
              </a:srgbClr>
            </a:solidFill>
          </a:ln>
          <a:effectLst/>
        </p:spPr>
        <p:style>
          <a:lnRef idx="2">
            <a:schemeClr val="accent1"/>
          </a:lnRef>
          <a:fillRef idx="0">
            <a:schemeClr val="accent1"/>
          </a:fillRef>
          <a:effectRef idx="1">
            <a:schemeClr val="accent1"/>
          </a:effectRef>
          <a:fontRef idx="minor">
            <a:schemeClr val="tx1"/>
          </a:fontRef>
        </p:style>
        <p:txBody>
          <a:bodyPr rtlCol="0" anchor="ctr"/>
          <a:lstStyle/>
          <a:p>
            <a:r>
              <a:rPr lang="en-US" sz="1400" dirty="0">
                <a:solidFill>
                  <a:srgbClr val="FFFFFF"/>
                </a:solidFill>
                <a:latin typeface="Times New Roman" panose="02020603050405020304" pitchFamily="18" charset="0"/>
                <a:cs typeface="Times New Roman" panose="02020603050405020304" pitchFamily="18" charset="0"/>
              </a:rPr>
              <a:t>Risk Framework</a:t>
            </a:r>
          </a:p>
        </p:txBody>
      </p:sp>
      <p:sp>
        <p:nvSpPr>
          <p:cNvPr id="25" name="TextBox 25"/>
          <p:cNvSpPr txBox="1"/>
          <p:nvPr/>
        </p:nvSpPr>
        <p:spPr>
          <a:xfrm>
            <a:off x="79179" y="543970"/>
            <a:ext cx="4431695" cy="523220"/>
          </a:xfrm>
          <a:prstGeom prst="rect">
            <a:avLst/>
          </a:prstGeom>
          <a:noFill/>
        </p:spPr>
        <p:txBody>
          <a:bodyPr wrap="square" lIns="0" tIns="0" rIns="0" bIns="0" rtlCol="0">
            <a:spAutoFit/>
          </a:bodyPr>
          <a:lstStyle/>
          <a:p>
            <a:r>
              <a:rPr lang="en-IN" sz="1100" dirty="0"/>
              <a:t> </a:t>
            </a:r>
          </a:p>
          <a:p>
            <a:pPr marL="628650" lvl="1" indent="-171450" fontAlgn="base">
              <a:buFont typeface="Arial" panose="020B0604020202020204" pitchFamily="34" charset="0"/>
              <a:buChar char="•"/>
            </a:pPr>
            <a:endParaRPr lang="en-US" sz="1200" dirty="0"/>
          </a:p>
          <a:p>
            <a:pPr lvl="1" fontAlgn="base"/>
            <a:endParaRPr lang="en-US" altLang="zh-CN" sz="1100" spc="-20" dirty="0">
              <a:latin typeface="Times New Roman"/>
              <a:ea typeface="Times New Roman"/>
            </a:endParaRPr>
          </a:p>
        </p:txBody>
      </p:sp>
      <p:sp>
        <p:nvSpPr>
          <p:cNvPr id="5" name="Freeform 22">
            <a:extLst>
              <a:ext uri="{FF2B5EF4-FFF2-40B4-BE49-F238E27FC236}">
                <a16:creationId xmlns:a16="http://schemas.microsoft.com/office/drawing/2014/main" id="{60367993-E6D8-4B4C-AC49-FCF20132C713}"/>
              </a:ext>
            </a:extLst>
          </p:cNvPr>
          <p:cNvSpPr/>
          <p:nvPr/>
        </p:nvSpPr>
        <p:spPr>
          <a:xfrm>
            <a:off x="4758" y="3359176"/>
            <a:ext cx="4603755" cy="95027"/>
          </a:xfrm>
          <a:custGeom>
            <a:avLst/>
            <a:gdLst>
              <a:gd name="connsiteX0" fmla="*/ 0 w 1535976"/>
              <a:gd name="connsiteY0" fmla="*/ 109651 h 109651"/>
              <a:gd name="connsiteX1" fmla="*/ 1535976 w 1535976"/>
              <a:gd name="connsiteY1" fmla="*/ 109651 h 109651"/>
              <a:gd name="connsiteX2" fmla="*/ 1535976 w 1535976"/>
              <a:gd name="connsiteY2" fmla="*/ 0 h 109651"/>
              <a:gd name="connsiteX3" fmla="*/ 0 w 1535976"/>
              <a:gd name="connsiteY3" fmla="*/ 0 h 109651"/>
              <a:gd name="connsiteX4" fmla="*/ 0 w 1535976"/>
              <a:gd name="connsiteY4" fmla="*/ 109651 h 1096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35976" h="109651">
                <a:moveTo>
                  <a:pt x="0" y="109651"/>
                </a:moveTo>
                <a:lnTo>
                  <a:pt x="1535976" y="109651"/>
                </a:lnTo>
                <a:lnTo>
                  <a:pt x="1535976" y="0"/>
                </a:lnTo>
                <a:lnTo>
                  <a:pt x="0" y="0"/>
                </a:lnTo>
                <a:lnTo>
                  <a:pt x="0" y="109651"/>
                </a:lnTo>
                <a:close/>
              </a:path>
            </a:pathLst>
          </a:custGeom>
          <a:solidFill>
            <a:srgbClr val="4646B9">
              <a:alpha val="100000"/>
            </a:srgbClr>
          </a:solidFill>
          <a:ln w="12700">
            <a:solidFill>
              <a:srgbClr val="000000">
                <a:alpha val="0"/>
              </a:srgbClr>
            </a:solidFill>
          </a:ln>
          <a:effectLst/>
        </p:spPr>
        <p:style>
          <a:lnRef idx="2">
            <a:schemeClr val="accent1"/>
          </a:lnRef>
          <a:fillRef idx="0">
            <a:schemeClr val="accent1"/>
          </a:fillRef>
          <a:effectRef idx="1">
            <a:schemeClr val="accent1"/>
          </a:effectRef>
          <a:fontRef idx="minor">
            <a:schemeClr val="tx1"/>
          </a:fontRef>
        </p:style>
        <p:txBody>
          <a:bodyPr rtlCol="0" anchor="ctr"/>
          <a:lstStyle/>
          <a:p>
            <a:pPr marL="0" marR="0" lvl="0" indent="0" algn="l" defTabSz="913393" rtl="0" eaLnBrk="1" fontAlgn="auto" latinLnBrk="0" hangingPunct="1">
              <a:lnSpc>
                <a:spcPct val="100000"/>
              </a:lnSpc>
              <a:spcBef>
                <a:spcPts val="0"/>
              </a:spcBef>
              <a:spcAft>
                <a:spcPts val="0"/>
              </a:spcAft>
              <a:buClrTx/>
              <a:buSzTx/>
              <a:buFontTx/>
              <a:buNone/>
              <a:tabLst/>
              <a:defRPr/>
            </a:pPr>
            <a:endParaRPr kumimoji="0" lang="en-US" sz="600" b="0" i="0" u="none" strike="noStrike" kern="1200" cap="none" spc="0" normalizeH="0" baseline="0" noProof="0" dirty="0">
              <a:ln>
                <a:noFill/>
              </a:ln>
              <a:solidFill>
                <a:prstClr val="black"/>
              </a:solidFill>
              <a:effectLst/>
              <a:uLnTx/>
              <a:uFillTx/>
              <a:latin typeface="Calibri"/>
              <a:ea typeface="+mn-ea"/>
              <a:cs typeface="Arial" panose="020B0604020202020204" pitchFamily="34" charset="0"/>
            </a:endParaRPr>
          </a:p>
        </p:txBody>
      </p:sp>
      <p:sp>
        <p:nvSpPr>
          <p:cNvPr id="8" name="Footer Placeholder 3">
            <a:extLst>
              <a:ext uri="{FF2B5EF4-FFF2-40B4-BE49-F238E27FC236}">
                <a16:creationId xmlns:a16="http://schemas.microsoft.com/office/drawing/2014/main" id="{6F242E51-DF16-4C1F-A071-C7488362798C}"/>
              </a:ext>
            </a:extLst>
          </p:cNvPr>
          <p:cNvSpPr txBox="1">
            <a:spLocks/>
          </p:cNvSpPr>
          <p:nvPr/>
        </p:nvSpPr>
        <p:spPr>
          <a:xfrm>
            <a:off x="4262618" y="3318894"/>
            <a:ext cx="248256" cy="126751"/>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2700" marR="0" lvl="0" indent="0" algn="l" defTabSz="914400" rtl="0" eaLnBrk="1" fontAlgn="auto" latinLnBrk="0" hangingPunct="1">
              <a:lnSpc>
                <a:spcPts val="675"/>
              </a:lnSpc>
              <a:spcBef>
                <a:spcPts val="0"/>
              </a:spcBef>
              <a:spcAft>
                <a:spcPts val="0"/>
              </a:spcAft>
              <a:buClrTx/>
              <a:buSzTx/>
              <a:buFontTx/>
              <a:buNone/>
              <a:tabLst/>
              <a:defRPr/>
            </a:pPr>
            <a:endParaRPr kumimoji="0" lang="en-IN" sz="600" b="0" i="0" u="none" strike="noStrike" kern="1200" cap="none" spc="-15" normalizeH="0" baseline="0" noProof="0" dirty="0">
              <a:ln>
                <a:noFill/>
              </a:ln>
              <a:solidFill>
                <a:prstClr val="white"/>
              </a:solidFill>
              <a:effectLst/>
              <a:uLnTx/>
              <a:uFillTx/>
              <a:latin typeface="Calibri"/>
              <a:ea typeface="+mn-ea"/>
              <a:cs typeface="Arial"/>
            </a:endParaRPr>
          </a:p>
        </p:txBody>
      </p:sp>
      <p:pic>
        <p:nvPicPr>
          <p:cNvPr id="16" name="Picture 15">
            <a:extLst>
              <a:ext uri="{FF2B5EF4-FFF2-40B4-BE49-F238E27FC236}">
                <a16:creationId xmlns:a16="http://schemas.microsoft.com/office/drawing/2014/main" id="{68D8D537-F797-4911-ACA4-80011EC66BD4}"/>
              </a:ext>
            </a:extLst>
          </p:cNvPr>
          <p:cNvPicPr>
            <a:picLocks noChangeAspect="1"/>
          </p:cNvPicPr>
          <p:nvPr/>
        </p:nvPicPr>
        <p:blipFill>
          <a:blip r:embed="rId3"/>
          <a:stretch>
            <a:fillRect/>
          </a:stretch>
        </p:blipFill>
        <p:spPr>
          <a:xfrm>
            <a:off x="588139" y="543970"/>
            <a:ext cx="3413773" cy="2283190"/>
          </a:xfrm>
          <a:prstGeom prst="rect">
            <a:avLst/>
          </a:prstGeom>
        </p:spPr>
      </p:pic>
    </p:spTree>
    <p:extLst>
      <p:ext uri="{BB962C8B-B14F-4D97-AF65-F5344CB8AC3E}">
        <p14:creationId xmlns:p14="http://schemas.microsoft.com/office/powerpoint/2010/main" val="201591724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Freeform 20"/>
          <p:cNvSpPr/>
          <p:nvPr/>
        </p:nvSpPr>
        <p:spPr>
          <a:xfrm>
            <a:off x="2378" y="1785"/>
            <a:ext cx="4603757" cy="336543"/>
          </a:xfrm>
          <a:custGeom>
            <a:avLst/>
            <a:gdLst>
              <a:gd name="connsiteX0" fmla="*/ 0 w 2303995"/>
              <a:gd name="connsiteY0" fmla="*/ 140017 h 140017"/>
              <a:gd name="connsiteX1" fmla="*/ 2303995 w 2303995"/>
              <a:gd name="connsiteY1" fmla="*/ 140017 h 140017"/>
              <a:gd name="connsiteX2" fmla="*/ 2303995 w 2303995"/>
              <a:gd name="connsiteY2" fmla="*/ 0 h 140017"/>
              <a:gd name="connsiteX3" fmla="*/ 0 w 2303995"/>
              <a:gd name="connsiteY3" fmla="*/ 0 h 140017"/>
              <a:gd name="connsiteX4" fmla="*/ 0 w 2303995"/>
              <a:gd name="connsiteY4" fmla="*/ 140017 h 1400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03995" h="140017">
                <a:moveTo>
                  <a:pt x="0" y="140017"/>
                </a:moveTo>
                <a:lnTo>
                  <a:pt x="2303995" y="140017"/>
                </a:lnTo>
                <a:lnTo>
                  <a:pt x="2303995" y="0"/>
                </a:lnTo>
                <a:lnTo>
                  <a:pt x="0" y="0"/>
                </a:lnTo>
                <a:lnTo>
                  <a:pt x="0" y="140017"/>
                </a:lnTo>
                <a:close/>
              </a:path>
            </a:pathLst>
          </a:custGeom>
          <a:solidFill>
            <a:srgbClr val="4646B9">
              <a:alpha val="100000"/>
            </a:srgbClr>
          </a:solidFill>
          <a:ln w="12700">
            <a:solidFill>
              <a:srgbClr val="000000">
                <a:alpha val="0"/>
              </a:srgbClr>
            </a:solidFill>
          </a:ln>
          <a:effectLst/>
        </p:spPr>
        <p:style>
          <a:lnRef idx="2">
            <a:schemeClr val="accent1"/>
          </a:lnRef>
          <a:fillRef idx="0">
            <a:schemeClr val="accent1"/>
          </a:fillRef>
          <a:effectRef idx="1">
            <a:schemeClr val="accent1"/>
          </a:effectRef>
          <a:fontRef idx="minor">
            <a:schemeClr val="tx1"/>
          </a:fontRef>
        </p:style>
        <p:txBody>
          <a:bodyPr rtlCol="0" anchor="ctr"/>
          <a:lstStyle/>
          <a:p>
            <a:r>
              <a:rPr lang="en-US" sz="1400" dirty="0">
                <a:solidFill>
                  <a:srgbClr val="FFFFFF"/>
                </a:solidFill>
                <a:latin typeface="Times New Roman" panose="02020603050405020304" pitchFamily="18" charset="0"/>
                <a:cs typeface="Times New Roman" panose="02020603050405020304" pitchFamily="18" charset="0"/>
              </a:rPr>
              <a:t>Risk Framework (contd..)</a:t>
            </a:r>
          </a:p>
        </p:txBody>
      </p:sp>
      <p:sp>
        <p:nvSpPr>
          <p:cNvPr id="25" name="TextBox 25"/>
          <p:cNvSpPr txBox="1"/>
          <p:nvPr/>
        </p:nvSpPr>
        <p:spPr>
          <a:xfrm>
            <a:off x="79179" y="543970"/>
            <a:ext cx="4431695" cy="2708434"/>
          </a:xfrm>
          <a:prstGeom prst="rect">
            <a:avLst/>
          </a:prstGeom>
          <a:noFill/>
        </p:spPr>
        <p:txBody>
          <a:bodyPr wrap="square" lIns="0" tIns="0" rIns="0" bIns="0" rtlCol="0">
            <a:spAutoFit/>
          </a:bodyPr>
          <a:lstStyle/>
          <a:p>
            <a:r>
              <a:rPr lang="en-IN" sz="1100" b="1" dirty="0"/>
              <a:t>Actors</a:t>
            </a:r>
          </a:p>
          <a:p>
            <a:pPr marL="171450" indent="-171450">
              <a:buFont typeface="Arial" panose="020B0604020202020204" pitchFamily="34" charset="0"/>
              <a:buChar char="•"/>
            </a:pPr>
            <a:r>
              <a:rPr lang="en-IN" sz="1100" dirty="0"/>
              <a:t>Refers to people involved in the development.</a:t>
            </a:r>
          </a:p>
          <a:p>
            <a:pPr marL="171450" indent="-171450">
              <a:buFont typeface="Arial" panose="020B0604020202020204" pitchFamily="34" charset="0"/>
              <a:buChar char="•"/>
            </a:pPr>
            <a:r>
              <a:rPr lang="en-US" sz="1100" dirty="0"/>
              <a:t>High staff turnover leads to the loss of expertise of value to the project being lost.</a:t>
            </a:r>
          </a:p>
          <a:p>
            <a:pPr marL="171450" indent="-171450">
              <a:buFont typeface="Arial" panose="020B0604020202020204" pitchFamily="34" charset="0"/>
              <a:buChar char="•"/>
            </a:pPr>
            <a:endParaRPr lang="en-US" sz="1100" dirty="0"/>
          </a:p>
          <a:p>
            <a:r>
              <a:rPr lang="en-US" sz="1100" b="1" dirty="0"/>
              <a:t>Technology</a:t>
            </a:r>
            <a:endParaRPr lang="en-IN" sz="1100" b="1" dirty="0"/>
          </a:p>
          <a:p>
            <a:pPr marL="171450" indent="-171450">
              <a:buFont typeface="Arial" panose="020B0604020202020204" pitchFamily="34" charset="0"/>
              <a:buChar char="•"/>
            </a:pPr>
            <a:r>
              <a:rPr lang="en-IN" sz="1100" dirty="0"/>
              <a:t>Encompasses both the technology used to implement the application and that embedded in the delivered products.</a:t>
            </a:r>
          </a:p>
          <a:p>
            <a:pPr marL="171450" indent="-171450">
              <a:buFont typeface="Arial" panose="020B0604020202020204" pitchFamily="34" charset="0"/>
              <a:buChar char="•"/>
            </a:pPr>
            <a:r>
              <a:rPr lang="en-IN" sz="1100" dirty="0"/>
              <a:t>Risks could relate to the appropriateness of the technologies and to possible faults within them, especially if they are novel.</a:t>
            </a:r>
          </a:p>
          <a:p>
            <a:pPr marL="171450" indent="-171450">
              <a:buFont typeface="Arial" panose="020B0604020202020204" pitchFamily="34" charset="0"/>
              <a:buChar char="•"/>
            </a:pPr>
            <a:endParaRPr lang="en-IN" sz="1100" dirty="0"/>
          </a:p>
          <a:p>
            <a:r>
              <a:rPr lang="en-IN" sz="1100" b="1" dirty="0"/>
              <a:t>Structure</a:t>
            </a:r>
            <a:endParaRPr lang="en-US" sz="1100" b="1" spc="-20" dirty="0">
              <a:latin typeface="Times New Roman"/>
            </a:endParaRPr>
          </a:p>
          <a:p>
            <a:pPr marL="171450" indent="-171450">
              <a:buFont typeface="Arial" panose="020B0604020202020204" pitchFamily="34" charset="0"/>
              <a:buChar char="•"/>
            </a:pPr>
            <a:r>
              <a:rPr lang="en-US" sz="1100" spc="-20" dirty="0">
                <a:latin typeface="Times New Roman"/>
              </a:rPr>
              <a:t>Describes the management structures and systems, include those affecting planning and control.</a:t>
            </a:r>
          </a:p>
          <a:p>
            <a:pPr marL="171450" indent="-171450">
              <a:buFont typeface="Arial" panose="020B0604020202020204" pitchFamily="34" charset="0"/>
              <a:buChar char="•"/>
            </a:pPr>
            <a:r>
              <a:rPr lang="en-US" sz="1100" spc="-20" dirty="0">
                <a:latin typeface="Times New Roman"/>
              </a:rPr>
              <a:t>Implementation may need user participation in some tasks, but for managing the users contribution might not clearly defined.</a:t>
            </a:r>
            <a:endParaRPr lang="en-US" sz="1200" dirty="0"/>
          </a:p>
        </p:txBody>
      </p:sp>
      <p:sp>
        <p:nvSpPr>
          <p:cNvPr id="5" name="Freeform 22">
            <a:extLst>
              <a:ext uri="{FF2B5EF4-FFF2-40B4-BE49-F238E27FC236}">
                <a16:creationId xmlns:a16="http://schemas.microsoft.com/office/drawing/2014/main" id="{60367993-E6D8-4B4C-AC49-FCF20132C713}"/>
              </a:ext>
            </a:extLst>
          </p:cNvPr>
          <p:cNvSpPr/>
          <p:nvPr/>
        </p:nvSpPr>
        <p:spPr>
          <a:xfrm>
            <a:off x="4758" y="3359176"/>
            <a:ext cx="4603755" cy="95027"/>
          </a:xfrm>
          <a:custGeom>
            <a:avLst/>
            <a:gdLst>
              <a:gd name="connsiteX0" fmla="*/ 0 w 1535976"/>
              <a:gd name="connsiteY0" fmla="*/ 109651 h 109651"/>
              <a:gd name="connsiteX1" fmla="*/ 1535976 w 1535976"/>
              <a:gd name="connsiteY1" fmla="*/ 109651 h 109651"/>
              <a:gd name="connsiteX2" fmla="*/ 1535976 w 1535976"/>
              <a:gd name="connsiteY2" fmla="*/ 0 h 109651"/>
              <a:gd name="connsiteX3" fmla="*/ 0 w 1535976"/>
              <a:gd name="connsiteY3" fmla="*/ 0 h 109651"/>
              <a:gd name="connsiteX4" fmla="*/ 0 w 1535976"/>
              <a:gd name="connsiteY4" fmla="*/ 109651 h 1096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35976" h="109651">
                <a:moveTo>
                  <a:pt x="0" y="109651"/>
                </a:moveTo>
                <a:lnTo>
                  <a:pt x="1535976" y="109651"/>
                </a:lnTo>
                <a:lnTo>
                  <a:pt x="1535976" y="0"/>
                </a:lnTo>
                <a:lnTo>
                  <a:pt x="0" y="0"/>
                </a:lnTo>
                <a:lnTo>
                  <a:pt x="0" y="109651"/>
                </a:lnTo>
                <a:close/>
              </a:path>
            </a:pathLst>
          </a:custGeom>
          <a:solidFill>
            <a:srgbClr val="4646B9">
              <a:alpha val="100000"/>
            </a:srgbClr>
          </a:solidFill>
          <a:ln w="12700">
            <a:solidFill>
              <a:srgbClr val="000000">
                <a:alpha val="0"/>
              </a:srgbClr>
            </a:solidFill>
          </a:ln>
          <a:effectLst/>
        </p:spPr>
        <p:style>
          <a:lnRef idx="2">
            <a:schemeClr val="accent1"/>
          </a:lnRef>
          <a:fillRef idx="0">
            <a:schemeClr val="accent1"/>
          </a:fillRef>
          <a:effectRef idx="1">
            <a:schemeClr val="accent1"/>
          </a:effectRef>
          <a:fontRef idx="minor">
            <a:schemeClr val="tx1"/>
          </a:fontRef>
        </p:style>
        <p:txBody>
          <a:bodyPr rtlCol="0" anchor="ctr"/>
          <a:lstStyle/>
          <a:p>
            <a:pPr marL="0" marR="0" lvl="0" indent="0" algn="l" defTabSz="913393" rtl="0" eaLnBrk="1" fontAlgn="auto" latinLnBrk="0" hangingPunct="1">
              <a:lnSpc>
                <a:spcPct val="100000"/>
              </a:lnSpc>
              <a:spcBef>
                <a:spcPts val="0"/>
              </a:spcBef>
              <a:spcAft>
                <a:spcPts val="0"/>
              </a:spcAft>
              <a:buClrTx/>
              <a:buSzTx/>
              <a:buFontTx/>
              <a:buNone/>
              <a:tabLst/>
              <a:defRPr/>
            </a:pPr>
            <a:endParaRPr kumimoji="0" lang="en-US" sz="600" b="0" i="0" u="none" strike="noStrike" kern="1200" cap="none" spc="0" normalizeH="0" baseline="0" noProof="0" dirty="0">
              <a:ln>
                <a:noFill/>
              </a:ln>
              <a:solidFill>
                <a:prstClr val="black"/>
              </a:solidFill>
              <a:effectLst/>
              <a:uLnTx/>
              <a:uFillTx/>
              <a:latin typeface="Calibri"/>
              <a:ea typeface="+mn-ea"/>
              <a:cs typeface="Arial" panose="020B0604020202020204" pitchFamily="34" charset="0"/>
            </a:endParaRPr>
          </a:p>
        </p:txBody>
      </p:sp>
      <p:sp>
        <p:nvSpPr>
          <p:cNvPr id="8" name="Footer Placeholder 3">
            <a:extLst>
              <a:ext uri="{FF2B5EF4-FFF2-40B4-BE49-F238E27FC236}">
                <a16:creationId xmlns:a16="http://schemas.microsoft.com/office/drawing/2014/main" id="{6F242E51-DF16-4C1F-A071-C7488362798C}"/>
              </a:ext>
            </a:extLst>
          </p:cNvPr>
          <p:cNvSpPr txBox="1">
            <a:spLocks/>
          </p:cNvSpPr>
          <p:nvPr/>
        </p:nvSpPr>
        <p:spPr>
          <a:xfrm>
            <a:off x="4262618" y="3318894"/>
            <a:ext cx="248256" cy="126751"/>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2700" marR="0" lvl="0" indent="0" algn="l" defTabSz="914400" rtl="0" eaLnBrk="1" fontAlgn="auto" latinLnBrk="0" hangingPunct="1">
              <a:lnSpc>
                <a:spcPts val="675"/>
              </a:lnSpc>
              <a:spcBef>
                <a:spcPts val="0"/>
              </a:spcBef>
              <a:spcAft>
                <a:spcPts val="0"/>
              </a:spcAft>
              <a:buClrTx/>
              <a:buSzTx/>
              <a:buFontTx/>
              <a:buNone/>
              <a:tabLst/>
              <a:defRPr/>
            </a:pPr>
            <a:endParaRPr kumimoji="0" lang="en-IN" sz="600" b="0" i="0" u="none" strike="noStrike" kern="1200" cap="none" spc="-15" normalizeH="0" baseline="0" noProof="0" dirty="0">
              <a:ln>
                <a:noFill/>
              </a:ln>
              <a:solidFill>
                <a:prstClr val="white"/>
              </a:solidFill>
              <a:effectLst/>
              <a:uLnTx/>
              <a:uFillTx/>
              <a:latin typeface="Calibri"/>
              <a:ea typeface="+mn-ea"/>
              <a:cs typeface="Arial"/>
            </a:endParaRPr>
          </a:p>
        </p:txBody>
      </p:sp>
    </p:spTree>
    <p:extLst>
      <p:ext uri="{BB962C8B-B14F-4D97-AF65-F5344CB8AC3E}">
        <p14:creationId xmlns:p14="http://schemas.microsoft.com/office/powerpoint/2010/main" val="26313613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Freeform 20"/>
          <p:cNvSpPr/>
          <p:nvPr/>
        </p:nvSpPr>
        <p:spPr>
          <a:xfrm>
            <a:off x="2378" y="1785"/>
            <a:ext cx="4603757" cy="336543"/>
          </a:xfrm>
          <a:custGeom>
            <a:avLst/>
            <a:gdLst>
              <a:gd name="connsiteX0" fmla="*/ 0 w 2303995"/>
              <a:gd name="connsiteY0" fmla="*/ 140017 h 140017"/>
              <a:gd name="connsiteX1" fmla="*/ 2303995 w 2303995"/>
              <a:gd name="connsiteY1" fmla="*/ 140017 h 140017"/>
              <a:gd name="connsiteX2" fmla="*/ 2303995 w 2303995"/>
              <a:gd name="connsiteY2" fmla="*/ 0 h 140017"/>
              <a:gd name="connsiteX3" fmla="*/ 0 w 2303995"/>
              <a:gd name="connsiteY3" fmla="*/ 0 h 140017"/>
              <a:gd name="connsiteX4" fmla="*/ 0 w 2303995"/>
              <a:gd name="connsiteY4" fmla="*/ 140017 h 1400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03995" h="140017">
                <a:moveTo>
                  <a:pt x="0" y="140017"/>
                </a:moveTo>
                <a:lnTo>
                  <a:pt x="2303995" y="140017"/>
                </a:lnTo>
                <a:lnTo>
                  <a:pt x="2303995" y="0"/>
                </a:lnTo>
                <a:lnTo>
                  <a:pt x="0" y="0"/>
                </a:lnTo>
                <a:lnTo>
                  <a:pt x="0" y="140017"/>
                </a:lnTo>
                <a:close/>
              </a:path>
            </a:pathLst>
          </a:custGeom>
          <a:solidFill>
            <a:srgbClr val="4646B9">
              <a:alpha val="100000"/>
            </a:srgbClr>
          </a:solidFill>
          <a:ln w="12700">
            <a:solidFill>
              <a:srgbClr val="000000">
                <a:alpha val="0"/>
              </a:srgbClr>
            </a:solidFill>
          </a:ln>
          <a:effectLst/>
        </p:spPr>
        <p:style>
          <a:lnRef idx="2">
            <a:schemeClr val="accent1"/>
          </a:lnRef>
          <a:fillRef idx="0">
            <a:schemeClr val="accent1"/>
          </a:fillRef>
          <a:effectRef idx="1">
            <a:schemeClr val="accent1"/>
          </a:effectRef>
          <a:fontRef idx="minor">
            <a:schemeClr val="tx1"/>
          </a:fontRef>
        </p:style>
        <p:txBody>
          <a:bodyPr rtlCol="0" anchor="ctr"/>
          <a:lstStyle/>
          <a:p>
            <a:r>
              <a:rPr lang="en-US" sz="1400" dirty="0">
                <a:solidFill>
                  <a:srgbClr val="FFFFFF"/>
                </a:solidFill>
                <a:latin typeface="Times New Roman" panose="02020603050405020304" pitchFamily="18" charset="0"/>
                <a:cs typeface="Times New Roman" panose="02020603050405020304" pitchFamily="18" charset="0"/>
              </a:rPr>
              <a:t>Risk Framework (contd..)</a:t>
            </a:r>
          </a:p>
        </p:txBody>
      </p:sp>
      <p:sp>
        <p:nvSpPr>
          <p:cNvPr id="25" name="TextBox 25"/>
          <p:cNvSpPr txBox="1"/>
          <p:nvPr/>
        </p:nvSpPr>
        <p:spPr>
          <a:xfrm>
            <a:off x="79179" y="543970"/>
            <a:ext cx="4431695" cy="2031325"/>
          </a:xfrm>
          <a:prstGeom prst="rect">
            <a:avLst/>
          </a:prstGeom>
          <a:noFill/>
        </p:spPr>
        <p:txBody>
          <a:bodyPr wrap="square" lIns="0" tIns="0" rIns="0" bIns="0" rtlCol="0">
            <a:spAutoFit/>
          </a:bodyPr>
          <a:lstStyle/>
          <a:p>
            <a:endParaRPr lang="en-IN" sz="1100" dirty="0"/>
          </a:p>
          <a:p>
            <a:r>
              <a:rPr lang="en-IN" sz="1100" b="1" dirty="0"/>
              <a:t>Structure</a:t>
            </a:r>
            <a:endParaRPr lang="en-US" sz="1100" b="1" spc="-20" dirty="0">
              <a:latin typeface="Times New Roman"/>
            </a:endParaRPr>
          </a:p>
          <a:p>
            <a:pPr marL="171450" indent="-171450">
              <a:buFont typeface="Arial" panose="020B0604020202020204" pitchFamily="34" charset="0"/>
              <a:buChar char="•"/>
            </a:pPr>
            <a:r>
              <a:rPr lang="en-US" sz="1100" spc="-20" dirty="0">
                <a:latin typeface="Times New Roman"/>
              </a:rPr>
              <a:t>Describes the management structures and systems, include those affecting planning and control.</a:t>
            </a:r>
          </a:p>
          <a:p>
            <a:pPr marL="171450" indent="-171450">
              <a:buFont typeface="Arial" panose="020B0604020202020204" pitchFamily="34" charset="0"/>
              <a:buChar char="•"/>
            </a:pPr>
            <a:r>
              <a:rPr lang="en-US" sz="1100" spc="-20" dirty="0">
                <a:latin typeface="Times New Roman"/>
              </a:rPr>
              <a:t>Implementation may need user participation in some tasks, but for managing the user’s contribution might not be clearly defined</a:t>
            </a:r>
            <a:r>
              <a:rPr lang="en-US" sz="1100" b="1" spc="-20" dirty="0">
                <a:latin typeface="Times New Roman"/>
              </a:rPr>
              <a:t>.</a:t>
            </a:r>
          </a:p>
          <a:p>
            <a:endParaRPr lang="en-US" sz="1100" b="1" spc="-20" dirty="0">
              <a:latin typeface="Times New Roman"/>
            </a:endParaRPr>
          </a:p>
          <a:p>
            <a:r>
              <a:rPr lang="en-US" sz="1100" b="1" spc="-20" dirty="0">
                <a:latin typeface="Times New Roman"/>
              </a:rPr>
              <a:t>Tasks</a:t>
            </a:r>
          </a:p>
          <a:p>
            <a:endParaRPr lang="en-US" sz="1100" b="1" spc="-20" dirty="0">
              <a:latin typeface="Times New Roman"/>
            </a:endParaRPr>
          </a:p>
          <a:p>
            <a:pPr marL="171450" indent="-171450">
              <a:buFont typeface="Arial" panose="020B0604020202020204" pitchFamily="34" charset="0"/>
              <a:buChar char="•"/>
            </a:pPr>
            <a:r>
              <a:rPr lang="en-US" sz="1100" spc="-20" dirty="0">
                <a:latin typeface="Times New Roman"/>
              </a:rPr>
              <a:t>Tasks related to the work planned</a:t>
            </a:r>
          </a:p>
          <a:p>
            <a:pPr marL="171450" indent="-171450">
              <a:buFont typeface="Arial" panose="020B0604020202020204" pitchFamily="34" charset="0"/>
              <a:buChar char="•"/>
            </a:pPr>
            <a:r>
              <a:rPr lang="en-US" sz="1100" spc="-20" dirty="0">
                <a:latin typeface="Times New Roman"/>
              </a:rPr>
              <a:t> The complexity of the work might delay because of the additional time required to integrate the large number of components.</a:t>
            </a:r>
            <a:endParaRPr lang="en-US" sz="1200" dirty="0"/>
          </a:p>
        </p:txBody>
      </p:sp>
      <p:sp>
        <p:nvSpPr>
          <p:cNvPr id="5" name="Freeform 22">
            <a:extLst>
              <a:ext uri="{FF2B5EF4-FFF2-40B4-BE49-F238E27FC236}">
                <a16:creationId xmlns:a16="http://schemas.microsoft.com/office/drawing/2014/main" id="{60367993-E6D8-4B4C-AC49-FCF20132C713}"/>
              </a:ext>
            </a:extLst>
          </p:cNvPr>
          <p:cNvSpPr/>
          <p:nvPr/>
        </p:nvSpPr>
        <p:spPr>
          <a:xfrm>
            <a:off x="4758" y="3359176"/>
            <a:ext cx="4603755" cy="95027"/>
          </a:xfrm>
          <a:custGeom>
            <a:avLst/>
            <a:gdLst>
              <a:gd name="connsiteX0" fmla="*/ 0 w 1535976"/>
              <a:gd name="connsiteY0" fmla="*/ 109651 h 109651"/>
              <a:gd name="connsiteX1" fmla="*/ 1535976 w 1535976"/>
              <a:gd name="connsiteY1" fmla="*/ 109651 h 109651"/>
              <a:gd name="connsiteX2" fmla="*/ 1535976 w 1535976"/>
              <a:gd name="connsiteY2" fmla="*/ 0 h 109651"/>
              <a:gd name="connsiteX3" fmla="*/ 0 w 1535976"/>
              <a:gd name="connsiteY3" fmla="*/ 0 h 109651"/>
              <a:gd name="connsiteX4" fmla="*/ 0 w 1535976"/>
              <a:gd name="connsiteY4" fmla="*/ 109651 h 1096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35976" h="109651">
                <a:moveTo>
                  <a:pt x="0" y="109651"/>
                </a:moveTo>
                <a:lnTo>
                  <a:pt x="1535976" y="109651"/>
                </a:lnTo>
                <a:lnTo>
                  <a:pt x="1535976" y="0"/>
                </a:lnTo>
                <a:lnTo>
                  <a:pt x="0" y="0"/>
                </a:lnTo>
                <a:lnTo>
                  <a:pt x="0" y="109651"/>
                </a:lnTo>
                <a:close/>
              </a:path>
            </a:pathLst>
          </a:custGeom>
          <a:solidFill>
            <a:srgbClr val="4646B9">
              <a:alpha val="100000"/>
            </a:srgbClr>
          </a:solidFill>
          <a:ln w="12700">
            <a:solidFill>
              <a:srgbClr val="000000">
                <a:alpha val="0"/>
              </a:srgbClr>
            </a:solidFill>
          </a:ln>
          <a:effectLst/>
        </p:spPr>
        <p:style>
          <a:lnRef idx="2">
            <a:schemeClr val="accent1"/>
          </a:lnRef>
          <a:fillRef idx="0">
            <a:schemeClr val="accent1"/>
          </a:fillRef>
          <a:effectRef idx="1">
            <a:schemeClr val="accent1"/>
          </a:effectRef>
          <a:fontRef idx="minor">
            <a:schemeClr val="tx1"/>
          </a:fontRef>
        </p:style>
        <p:txBody>
          <a:bodyPr rtlCol="0" anchor="ctr"/>
          <a:lstStyle/>
          <a:p>
            <a:pPr marL="0" marR="0" lvl="0" indent="0" algn="l" defTabSz="913393" rtl="0" eaLnBrk="1" fontAlgn="auto" latinLnBrk="0" hangingPunct="1">
              <a:lnSpc>
                <a:spcPct val="100000"/>
              </a:lnSpc>
              <a:spcBef>
                <a:spcPts val="0"/>
              </a:spcBef>
              <a:spcAft>
                <a:spcPts val="0"/>
              </a:spcAft>
              <a:buClrTx/>
              <a:buSzTx/>
              <a:buFontTx/>
              <a:buNone/>
              <a:tabLst/>
              <a:defRPr/>
            </a:pPr>
            <a:endParaRPr kumimoji="0" lang="en-US" sz="600" b="0" i="0" u="none" strike="noStrike" kern="1200" cap="none" spc="0" normalizeH="0" baseline="0" noProof="0" dirty="0">
              <a:ln>
                <a:noFill/>
              </a:ln>
              <a:solidFill>
                <a:prstClr val="black"/>
              </a:solidFill>
              <a:effectLst/>
              <a:uLnTx/>
              <a:uFillTx/>
              <a:latin typeface="Calibri"/>
              <a:ea typeface="+mn-ea"/>
              <a:cs typeface="Arial" panose="020B0604020202020204" pitchFamily="34" charset="0"/>
            </a:endParaRPr>
          </a:p>
        </p:txBody>
      </p:sp>
      <p:sp>
        <p:nvSpPr>
          <p:cNvPr id="8" name="Footer Placeholder 3">
            <a:extLst>
              <a:ext uri="{FF2B5EF4-FFF2-40B4-BE49-F238E27FC236}">
                <a16:creationId xmlns:a16="http://schemas.microsoft.com/office/drawing/2014/main" id="{6F242E51-DF16-4C1F-A071-C7488362798C}"/>
              </a:ext>
            </a:extLst>
          </p:cNvPr>
          <p:cNvSpPr txBox="1">
            <a:spLocks/>
          </p:cNvSpPr>
          <p:nvPr/>
        </p:nvSpPr>
        <p:spPr>
          <a:xfrm>
            <a:off x="4262618" y="3318894"/>
            <a:ext cx="248256" cy="126751"/>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2700" marR="0" lvl="0" indent="0" algn="l" defTabSz="914400" rtl="0" eaLnBrk="1" fontAlgn="auto" latinLnBrk="0" hangingPunct="1">
              <a:lnSpc>
                <a:spcPts val="675"/>
              </a:lnSpc>
              <a:spcBef>
                <a:spcPts val="0"/>
              </a:spcBef>
              <a:spcAft>
                <a:spcPts val="0"/>
              </a:spcAft>
              <a:buClrTx/>
              <a:buSzTx/>
              <a:buFontTx/>
              <a:buNone/>
              <a:tabLst/>
              <a:defRPr/>
            </a:pPr>
            <a:endParaRPr kumimoji="0" lang="en-IN" sz="600" b="0" i="0" u="none" strike="noStrike" kern="1200" cap="none" spc="-15" normalizeH="0" baseline="0" noProof="0" dirty="0">
              <a:ln>
                <a:noFill/>
              </a:ln>
              <a:solidFill>
                <a:prstClr val="white"/>
              </a:solidFill>
              <a:effectLst/>
              <a:uLnTx/>
              <a:uFillTx/>
              <a:latin typeface="Calibri"/>
              <a:ea typeface="+mn-ea"/>
              <a:cs typeface="Arial"/>
            </a:endParaRPr>
          </a:p>
        </p:txBody>
      </p:sp>
    </p:spTree>
    <p:extLst>
      <p:ext uri="{BB962C8B-B14F-4D97-AF65-F5344CB8AC3E}">
        <p14:creationId xmlns:p14="http://schemas.microsoft.com/office/powerpoint/2010/main" val="73288889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Freeform 20"/>
          <p:cNvSpPr/>
          <p:nvPr/>
        </p:nvSpPr>
        <p:spPr>
          <a:xfrm>
            <a:off x="2378" y="1785"/>
            <a:ext cx="4603757" cy="336543"/>
          </a:xfrm>
          <a:custGeom>
            <a:avLst/>
            <a:gdLst>
              <a:gd name="connsiteX0" fmla="*/ 0 w 2303995"/>
              <a:gd name="connsiteY0" fmla="*/ 140017 h 140017"/>
              <a:gd name="connsiteX1" fmla="*/ 2303995 w 2303995"/>
              <a:gd name="connsiteY1" fmla="*/ 140017 h 140017"/>
              <a:gd name="connsiteX2" fmla="*/ 2303995 w 2303995"/>
              <a:gd name="connsiteY2" fmla="*/ 0 h 140017"/>
              <a:gd name="connsiteX3" fmla="*/ 0 w 2303995"/>
              <a:gd name="connsiteY3" fmla="*/ 0 h 140017"/>
              <a:gd name="connsiteX4" fmla="*/ 0 w 2303995"/>
              <a:gd name="connsiteY4" fmla="*/ 140017 h 1400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03995" h="140017">
                <a:moveTo>
                  <a:pt x="0" y="140017"/>
                </a:moveTo>
                <a:lnTo>
                  <a:pt x="2303995" y="140017"/>
                </a:lnTo>
                <a:lnTo>
                  <a:pt x="2303995" y="0"/>
                </a:lnTo>
                <a:lnTo>
                  <a:pt x="0" y="0"/>
                </a:lnTo>
                <a:lnTo>
                  <a:pt x="0" y="140017"/>
                </a:lnTo>
                <a:close/>
              </a:path>
            </a:pathLst>
          </a:custGeom>
          <a:solidFill>
            <a:srgbClr val="4646B9">
              <a:alpha val="100000"/>
            </a:srgbClr>
          </a:solidFill>
          <a:ln w="12700">
            <a:solidFill>
              <a:srgbClr val="000000">
                <a:alpha val="0"/>
              </a:srgbClr>
            </a:solidFill>
          </a:ln>
          <a:effectLst/>
        </p:spPr>
        <p:style>
          <a:lnRef idx="2">
            <a:schemeClr val="accent1"/>
          </a:lnRef>
          <a:fillRef idx="0">
            <a:schemeClr val="accent1"/>
          </a:fillRef>
          <a:effectRef idx="1">
            <a:schemeClr val="accent1"/>
          </a:effectRef>
          <a:fontRef idx="minor">
            <a:schemeClr val="tx1"/>
          </a:fontRef>
        </p:style>
        <p:txBody>
          <a:bodyPr rtlCol="0" anchor="ctr"/>
          <a:lstStyle/>
          <a:p>
            <a:r>
              <a:rPr lang="en-US" sz="1400" dirty="0">
                <a:solidFill>
                  <a:srgbClr val="FFFFFF"/>
                </a:solidFill>
                <a:latin typeface="Times New Roman" panose="02020603050405020304" pitchFamily="18" charset="0"/>
                <a:cs typeface="Times New Roman" panose="02020603050405020304" pitchFamily="18" charset="0"/>
              </a:rPr>
              <a:t>Risk Identification</a:t>
            </a:r>
          </a:p>
        </p:txBody>
      </p:sp>
      <p:sp>
        <p:nvSpPr>
          <p:cNvPr id="25" name="TextBox 25"/>
          <p:cNvSpPr txBox="1"/>
          <p:nvPr/>
        </p:nvSpPr>
        <p:spPr>
          <a:xfrm>
            <a:off x="79179" y="543970"/>
            <a:ext cx="4431695" cy="846386"/>
          </a:xfrm>
          <a:prstGeom prst="rect">
            <a:avLst/>
          </a:prstGeom>
          <a:noFill/>
        </p:spPr>
        <p:txBody>
          <a:bodyPr wrap="square" lIns="0" tIns="0" rIns="0" bIns="0" rtlCol="0">
            <a:spAutoFit/>
          </a:bodyPr>
          <a:lstStyle/>
          <a:p>
            <a:endParaRPr lang="en-IN" sz="1100" dirty="0"/>
          </a:p>
          <a:p>
            <a:r>
              <a:rPr lang="en-US" sz="1100" dirty="0"/>
              <a:t>Two approaches for the identification of risks are</a:t>
            </a:r>
          </a:p>
          <a:p>
            <a:endParaRPr lang="en-US" sz="1100" dirty="0"/>
          </a:p>
          <a:p>
            <a:pPr marL="171450" indent="-171450">
              <a:buFont typeface="Arial" panose="020B0604020202020204" pitchFamily="34" charset="0"/>
              <a:buChar char="•"/>
            </a:pPr>
            <a:r>
              <a:rPr lang="en-US" sz="1100" dirty="0"/>
              <a:t>Use of checklists </a:t>
            </a:r>
          </a:p>
          <a:p>
            <a:pPr marL="171450" indent="-171450">
              <a:buFont typeface="Arial" panose="020B0604020202020204" pitchFamily="34" charset="0"/>
              <a:buChar char="•"/>
            </a:pPr>
            <a:r>
              <a:rPr lang="en-US" sz="1100" dirty="0"/>
              <a:t>Brainstorming </a:t>
            </a:r>
            <a:endParaRPr lang="en-US" sz="1200" dirty="0"/>
          </a:p>
        </p:txBody>
      </p:sp>
      <p:sp>
        <p:nvSpPr>
          <p:cNvPr id="5" name="Freeform 22">
            <a:extLst>
              <a:ext uri="{FF2B5EF4-FFF2-40B4-BE49-F238E27FC236}">
                <a16:creationId xmlns:a16="http://schemas.microsoft.com/office/drawing/2014/main" id="{60367993-E6D8-4B4C-AC49-FCF20132C713}"/>
              </a:ext>
            </a:extLst>
          </p:cNvPr>
          <p:cNvSpPr/>
          <p:nvPr/>
        </p:nvSpPr>
        <p:spPr>
          <a:xfrm>
            <a:off x="4758" y="3359176"/>
            <a:ext cx="4603755" cy="95027"/>
          </a:xfrm>
          <a:custGeom>
            <a:avLst/>
            <a:gdLst>
              <a:gd name="connsiteX0" fmla="*/ 0 w 1535976"/>
              <a:gd name="connsiteY0" fmla="*/ 109651 h 109651"/>
              <a:gd name="connsiteX1" fmla="*/ 1535976 w 1535976"/>
              <a:gd name="connsiteY1" fmla="*/ 109651 h 109651"/>
              <a:gd name="connsiteX2" fmla="*/ 1535976 w 1535976"/>
              <a:gd name="connsiteY2" fmla="*/ 0 h 109651"/>
              <a:gd name="connsiteX3" fmla="*/ 0 w 1535976"/>
              <a:gd name="connsiteY3" fmla="*/ 0 h 109651"/>
              <a:gd name="connsiteX4" fmla="*/ 0 w 1535976"/>
              <a:gd name="connsiteY4" fmla="*/ 109651 h 1096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35976" h="109651">
                <a:moveTo>
                  <a:pt x="0" y="109651"/>
                </a:moveTo>
                <a:lnTo>
                  <a:pt x="1535976" y="109651"/>
                </a:lnTo>
                <a:lnTo>
                  <a:pt x="1535976" y="0"/>
                </a:lnTo>
                <a:lnTo>
                  <a:pt x="0" y="0"/>
                </a:lnTo>
                <a:lnTo>
                  <a:pt x="0" y="109651"/>
                </a:lnTo>
                <a:close/>
              </a:path>
            </a:pathLst>
          </a:custGeom>
          <a:solidFill>
            <a:srgbClr val="4646B9">
              <a:alpha val="100000"/>
            </a:srgbClr>
          </a:solidFill>
          <a:ln w="12700">
            <a:solidFill>
              <a:srgbClr val="000000">
                <a:alpha val="0"/>
              </a:srgbClr>
            </a:solidFill>
          </a:ln>
          <a:effectLst/>
        </p:spPr>
        <p:style>
          <a:lnRef idx="2">
            <a:schemeClr val="accent1"/>
          </a:lnRef>
          <a:fillRef idx="0">
            <a:schemeClr val="accent1"/>
          </a:fillRef>
          <a:effectRef idx="1">
            <a:schemeClr val="accent1"/>
          </a:effectRef>
          <a:fontRef idx="minor">
            <a:schemeClr val="tx1"/>
          </a:fontRef>
        </p:style>
        <p:txBody>
          <a:bodyPr rtlCol="0" anchor="ctr"/>
          <a:lstStyle/>
          <a:p>
            <a:pPr marL="0" marR="0" lvl="0" indent="0" algn="l" defTabSz="913393" rtl="0" eaLnBrk="1" fontAlgn="auto" latinLnBrk="0" hangingPunct="1">
              <a:lnSpc>
                <a:spcPct val="100000"/>
              </a:lnSpc>
              <a:spcBef>
                <a:spcPts val="0"/>
              </a:spcBef>
              <a:spcAft>
                <a:spcPts val="0"/>
              </a:spcAft>
              <a:buClrTx/>
              <a:buSzTx/>
              <a:buFontTx/>
              <a:buNone/>
              <a:tabLst/>
              <a:defRPr/>
            </a:pPr>
            <a:endParaRPr kumimoji="0" lang="en-US" sz="600" b="0" i="0" u="none" strike="noStrike" kern="1200" cap="none" spc="0" normalizeH="0" baseline="0" noProof="0" dirty="0">
              <a:ln>
                <a:noFill/>
              </a:ln>
              <a:solidFill>
                <a:prstClr val="black"/>
              </a:solidFill>
              <a:effectLst/>
              <a:uLnTx/>
              <a:uFillTx/>
              <a:latin typeface="Calibri"/>
              <a:ea typeface="+mn-ea"/>
              <a:cs typeface="Arial" panose="020B0604020202020204" pitchFamily="34" charset="0"/>
            </a:endParaRPr>
          </a:p>
        </p:txBody>
      </p:sp>
      <p:sp>
        <p:nvSpPr>
          <p:cNvPr id="8" name="Footer Placeholder 3">
            <a:extLst>
              <a:ext uri="{FF2B5EF4-FFF2-40B4-BE49-F238E27FC236}">
                <a16:creationId xmlns:a16="http://schemas.microsoft.com/office/drawing/2014/main" id="{6F242E51-DF16-4C1F-A071-C7488362798C}"/>
              </a:ext>
            </a:extLst>
          </p:cNvPr>
          <p:cNvSpPr txBox="1">
            <a:spLocks/>
          </p:cNvSpPr>
          <p:nvPr/>
        </p:nvSpPr>
        <p:spPr>
          <a:xfrm>
            <a:off x="4262618" y="3318894"/>
            <a:ext cx="248256" cy="126751"/>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2700" marR="0" lvl="0" indent="0" algn="l" defTabSz="914400" rtl="0" eaLnBrk="1" fontAlgn="auto" latinLnBrk="0" hangingPunct="1">
              <a:lnSpc>
                <a:spcPts val="675"/>
              </a:lnSpc>
              <a:spcBef>
                <a:spcPts val="0"/>
              </a:spcBef>
              <a:spcAft>
                <a:spcPts val="0"/>
              </a:spcAft>
              <a:buClrTx/>
              <a:buSzTx/>
              <a:buFontTx/>
              <a:buNone/>
              <a:tabLst/>
              <a:defRPr/>
            </a:pPr>
            <a:endParaRPr kumimoji="0" lang="en-IN" sz="600" b="0" i="0" u="none" strike="noStrike" kern="1200" cap="none" spc="-15" normalizeH="0" baseline="0" noProof="0" dirty="0">
              <a:ln>
                <a:noFill/>
              </a:ln>
              <a:solidFill>
                <a:prstClr val="white"/>
              </a:solidFill>
              <a:effectLst/>
              <a:uLnTx/>
              <a:uFillTx/>
              <a:latin typeface="Calibri"/>
              <a:ea typeface="+mn-ea"/>
              <a:cs typeface="Arial"/>
            </a:endParaRPr>
          </a:p>
        </p:txBody>
      </p:sp>
    </p:spTree>
    <p:extLst>
      <p:ext uri="{BB962C8B-B14F-4D97-AF65-F5344CB8AC3E}">
        <p14:creationId xmlns:p14="http://schemas.microsoft.com/office/powerpoint/2010/main" val="277412360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Freeform 20"/>
          <p:cNvSpPr/>
          <p:nvPr/>
        </p:nvSpPr>
        <p:spPr>
          <a:xfrm>
            <a:off x="2378" y="1785"/>
            <a:ext cx="4603757" cy="336543"/>
          </a:xfrm>
          <a:custGeom>
            <a:avLst/>
            <a:gdLst>
              <a:gd name="connsiteX0" fmla="*/ 0 w 2303995"/>
              <a:gd name="connsiteY0" fmla="*/ 140017 h 140017"/>
              <a:gd name="connsiteX1" fmla="*/ 2303995 w 2303995"/>
              <a:gd name="connsiteY1" fmla="*/ 140017 h 140017"/>
              <a:gd name="connsiteX2" fmla="*/ 2303995 w 2303995"/>
              <a:gd name="connsiteY2" fmla="*/ 0 h 140017"/>
              <a:gd name="connsiteX3" fmla="*/ 0 w 2303995"/>
              <a:gd name="connsiteY3" fmla="*/ 0 h 140017"/>
              <a:gd name="connsiteX4" fmla="*/ 0 w 2303995"/>
              <a:gd name="connsiteY4" fmla="*/ 140017 h 1400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03995" h="140017">
                <a:moveTo>
                  <a:pt x="0" y="140017"/>
                </a:moveTo>
                <a:lnTo>
                  <a:pt x="2303995" y="140017"/>
                </a:lnTo>
                <a:lnTo>
                  <a:pt x="2303995" y="0"/>
                </a:lnTo>
                <a:lnTo>
                  <a:pt x="0" y="0"/>
                </a:lnTo>
                <a:lnTo>
                  <a:pt x="0" y="140017"/>
                </a:lnTo>
                <a:close/>
              </a:path>
            </a:pathLst>
          </a:custGeom>
          <a:solidFill>
            <a:srgbClr val="4646B9">
              <a:alpha val="100000"/>
            </a:srgbClr>
          </a:solidFill>
          <a:ln w="12700">
            <a:solidFill>
              <a:srgbClr val="000000">
                <a:alpha val="0"/>
              </a:srgbClr>
            </a:solidFill>
          </a:ln>
          <a:effectLst/>
        </p:spPr>
        <p:style>
          <a:lnRef idx="2">
            <a:schemeClr val="accent1"/>
          </a:lnRef>
          <a:fillRef idx="0">
            <a:schemeClr val="accent1"/>
          </a:fillRef>
          <a:effectRef idx="1">
            <a:schemeClr val="accent1"/>
          </a:effectRef>
          <a:fontRef idx="minor">
            <a:schemeClr val="tx1"/>
          </a:fontRef>
        </p:style>
        <p:txBody>
          <a:bodyPr rtlCol="0" anchor="ctr"/>
          <a:lstStyle/>
          <a:p>
            <a:r>
              <a:rPr lang="en-US" sz="1400" dirty="0">
                <a:solidFill>
                  <a:srgbClr val="FFFFFF"/>
                </a:solidFill>
                <a:latin typeface="Times New Roman" panose="02020603050405020304" pitchFamily="18" charset="0"/>
                <a:cs typeface="Times New Roman" panose="02020603050405020304" pitchFamily="18" charset="0"/>
              </a:rPr>
              <a:t>Risk Identification</a:t>
            </a:r>
          </a:p>
        </p:txBody>
      </p:sp>
      <p:sp>
        <p:nvSpPr>
          <p:cNvPr id="25" name="TextBox 25"/>
          <p:cNvSpPr txBox="1"/>
          <p:nvPr/>
        </p:nvSpPr>
        <p:spPr>
          <a:xfrm>
            <a:off x="79179" y="543970"/>
            <a:ext cx="4431695" cy="2554545"/>
          </a:xfrm>
          <a:prstGeom prst="rect">
            <a:avLst/>
          </a:prstGeom>
          <a:noFill/>
        </p:spPr>
        <p:txBody>
          <a:bodyPr wrap="square" lIns="0" tIns="0" rIns="0" bIns="0" rtlCol="0">
            <a:spAutoFit/>
          </a:bodyPr>
          <a:lstStyle/>
          <a:p>
            <a:endParaRPr lang="en-IN" sz="1100" dirty="0"/>
          </a:p>
          <a:p>
            <a:r>
              <a:rPr lang="en-US" sz="1100" dirty="0"/>
              <a:t>Two approaches for the identification of risks are</a:t>
            </a:r>
          </a:p>
          <a:p>
            <a:endParaRPr lang="en-US" sz="1100" dirty="0"/>
          </a:p>
          <a:p>
            <a:pPr marL="171450" indent="-171450">
              <a:buFont typeface="Arial" panose="020B0604020202020204" pitchFamily="34" charset="0"/>
              <a:buChar char="•"/>
            </a:pPr>
            <a:r>
              <a:rPr lang="en-US" sz="1100" dirty="0"/>
              <a:t>Use of checklists </a:t>
            </a:r>
          </a:p>
          <a:p>
            <a:pPr marL="171450" indent="-171450">
              <a:buFont typeface="Arial" panose="020B0604020202020204" pitchFamily="34" charset="0"/>
              <a:buChar char="•"/>
            </a:pPr>
            <a:r>
              <a:rPr lang="en-US" sz="1100" dirty="0"/>
              <a:t>Brainstorming </a:t>
            </a:r>
          </a:p>
          <a:p>
            <a:pPr marL="171450" indent="-171450">
              <a:buFont typeface="Arial" panose="020B0604020202020204" pitchFamily="34" charset="0"/>
              <a:buChar char="•"/>
            </a:pPr>
            <a:endParaRPr lang="en-US" sz="1100" dirty="0"/>
          </a:p>
          <a:p>
            <a:r>
              <a:rPr lang="en-US" sz="1100" dirty="0"/>
              <a:t>Risk and Risk reduction techniques</a:t>
            </a:r>
          </a:p>
          <a:p>
            <a:pPr marL="228600" indent="-228600">
              <a:buAutoNum type="arabicPeriod"/>
            </a:pPr>
            <a:r>
              <a:rPr lang="en-US" sz="1100" dirty="0"/>
              <a:t>Personnel Shortfalls</a:t>
            </a:r>
          </a:p>
          <a:p>
            <a:r>
              <a:rPr lang="en-US" sz="1100" dirty="0"/>
              <a:t> Staffing with top talent, job matching, team building, training and career development</a:t>
            </a:r>
          </a:p>
          <a:p>
            <a:endParaRPr lang="en-US" sz="1100" dirty="0"/>
          </a:p>
          <a:p>
            <a:r>
              <a:rPr lang="en-US" sz="1100" dirty="0"/>
              <a:t>2. Unrealistic time and cost estimates.</a:t>
            </a:r>
          </a:p>
          <a:p>
            <a:r>
              <a:rPr lang="en-US" sz="1100" dirty="0"/>
              <a:t>Multiple estimation techniques, design to cost, incremental development, recording and analysis of past projects, standardization of methods.</a:t>
            </a:r>
          </a:p>
          <a:p>
            <a:endParaRPr lang="en-US" sz="1200" dirty="0"/>
          </a:p>
        </p:txBody>
      </p:sp>
      <p:sp>
        <p:nvSpPr>
          <p:cNvPr id="5" name="Freeform 22">
            <a:extLst>
              <a:ext uri="{FF2B5EF4-FFF2-40B4-BE49-F238E27FC236}">
                <a16:creationId xmlns:a16="http://schemas.microsoft.com/office/drawing/2014/main" id="{60367993-E6D8-4B4C-AC49-FCF20132C713}"/>
              </a:ext>
            </a:extLst>
          </p:cNvPr>
          <p:cNvSpPr/>
          <p:nvPr/>
        </p:nvSpPr>
        <p:spPr>
          <a:xfrm>
            <a:off x="4758" y="3359176"/>
            <a:ext cx="4603755" cy="95027"/>
          </a:xfrm>
          <a:custGeom>
            <a:avLst/>
            <a:gdLst>
              <a:gd name="connsiteX0" fmla="*/ 0 w 1535976"/>
              <a:gd name="connsiteY0" fmla="*/ 109651 h 109651"/>
              <a:gd name="connsiteX1" fmla="*/ 1535976 w 1535976"/>
              <a:gd name="connsiteY1" fmla="*/ 109651 h 109651"/>
              <a:gd name="connsiteX2" fmla="*/ 1535976 w 1535976"/>
              <a:gd name="connsiteY2" fmla="*/ 0 h 109651"/>
              <a:gd name="connsiteX3" fmla="*/ 0 w 1535976"/>
              <a:gd name="connsiteY3" fmla="*/ 0 h 109651"/>
              <a:gd name="connsiteX4" fmla="*/ 0 w 1535976"/>
              <a:gd name="connsiteY4" fmla="*/ 109651 h 1096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35976" h="109651">
                <a:moveTo>
                  <a:pt x="0" y="109651"/>
                </a:moveTo>
                <a:lnTo>
                  <a:pt x="1535976" y="109651"/>
                </a:lnTo>
                <a:lnTo>
                  <a:pt x="1535976" y="0"/>
                </a:lnTo>
                <a:lnTo>
                  <a:pt x="0" y="0"/>
                </a:lnTo>
                <a:lnTo>
                  <a:pt x="0" y="109651"/>
                </a:lnTo>
                <a:close/>
              </a:path>
            </a:pathLst>
          </a:custGeom>
          <a:solidFill>
            <a:srgbClr val="4646B9">
              <a:alpha val="100000"/>
            </a:srgbClr>
          </a:solidFill>
          <a:ln w="12700">
            <a:solidFill>
              <a:srgbClr val="000000">
                <a:alpha val="0"/>
              </a:srgbClr>
            </a:solidFill>
          </a:ln>
          <a:effectLst/>
        </p:spPr>
        <p:style>
          <a:lnRef idx="2">
            <a:schemeClr val="accent1"/>
          </a:lnRef>
          <a:fillRef idx="0">
            <a:schemeClr val="accent1"/>
          </a:fillRef>
          <a:effectRef idx="1">
            <a:schemeClr val="accent1"/>
          </a:effectRef>
          <a:fontRef idx="minor">
            <a:schemeClr val="tx1"/>
          </a:fontRef>
        </p:style>
        <p:txBody>
          <a:bodyPr rtlCol="0" anchor="ctr"/>
          <a:lstStyle/>
          <a:p>
            <a:pPr marL="0" marR="0" lvl="0" indent="0" algn="l" defTabSz="913393" rtl="0" eaLnBrk="1" fontAlgn="auto" latinLnBrk="0" hangingPunct="1">
              <a:lnSpc>
                <a:spcPct val="100000"/>
              </a:lnSpc>
              <a:spcBef>
                <a:spcPts val="0"/>
              </a:spcBef>
              <a:spcAft>
                <a:spcPts val="0"/>
              </a:spcAft>
              <a:buClrTx/>
              <a:buSzTx/>
              <a:buFontTx/>
              <a:buNone/>
              <a:tabLst/>
              <a:defRPr/>
            </a:pPr>
            <a:endParaRPr kumimoji="0" lang="en-US" sz="600" b="0" i="0" u="none" strike="noStrike" kern="1200" cap="none" spc="0" normalizeH="0" baseline="0" noProof="0" dirty="0">
              <a:ln>
                <a:noFill/>
              </a:ln>
              <a:solidFill>
                <a:prstClr val="black"/>
              </a:solidFill>
              <a:effectLst/>
              <a:uLnTx/>
              <a:uFillTx/>
              <a:latin typeface="Calibri"/>
              <a:ea typeface="+mn-ea"/>
              <a:cs typeface="Arial" panose="020B0604020202020204" pitchFamily="34" charset="0"/>
            </a:endParaRPr>
          </a:p>
        </p:txBody>
      </p:sp>
      <p:sp>
        <p:nvSpPr>
          <p:cNvPr id="8" name="Footer Placeholder 3">
            <a:extLst>
              <a:ext uri="{FF2B5EF4-FFF2-40B4-BE49-F238E27FC236}">
                <a16:creationId xmlns:a16="http://schemas.microsoft.com/office/drawing/2014/main" id="{6F242E51-DF16-4C1F-A071-C7488362798C}"/>
              </a:ext>
            </a:extLst>
          </p:cNvPr>
          <p:cNvSpPr txBox="1">
            <a:spLocks/>
          </p:cNvSpPr>
          <p:nvPr/>
        </p:nvSpPr>
        <p:spPr>
          <a:xfrm>
            <a:off x="4262618" y="3318894"/>
            <a:ext cx="248256" cy="126751"/>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2700" marR="0" lvl="0" indent="0" algn="l" defTabSz="914400" rtl="0" eaLnBrk="1" fontAlgn="auto" latinLnBrk="0" hangingPunct="1">
              <a:lnSpc>
                <a:spcPts val="675"/>
              </a:lnSpc>
              <a:spcBef>
                <a:spcPts val="0"/>
              </a:spcBef>
              <a:spcAft>
                <a:spcPts val="0"/>
              </a:spcAft>
              <a:buClrTx/>
              <a:buSzTx/>
              <a:buFontTx/>
              <a:buNone/>
              <a:tabLst/>
              <a:defRPr/>
            </a:pPr>
            <a:endParaRPr kumimoji="0" lang="en-IN" sz="600" b="0" i="0" u="none" strike="noStrike" kern="1200" cap="none" spc="-15" normalizeH="0" baseline="0" noProof="0" dirty="0">
              <a:ln>
                <a:noFill/>
              </a:ln>
              <a:solidFill>
                <a:prstClr val="white"/>
              </a:solidFill>
              <a:effectLst/>
              <a:uLnTx/>
              <a:uFillTx/>
              <a:latin typeface="Calibri"/>
              <a:ea typeface="+mn-ea"/>
              <a:cs typeface="Arial"/>
            </a:endParaRPr>
          </a:p>
        </p:txBody>
      </p:sp>
    </p:spTree>
    <p:extLst>
      <p:ext uri="{BB962C8B-B14F-4D97-AF65-F5344CB8AC3E}">
        <p14:creationId xmlns:p14="http://schemas.microsoft.com/office/powerpoint/2010/main" val="153586272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Freeform 20"/>
          <p:cNvSpPr/>
          <p:nvPr/>
        </p:nvSpPr>
        <p:spPr>
          <a:xfrm>
            <a:off x="2378" y="1785"/>
            <a:ext cx="4603757" cy="336543"/>
          </a:xfrm>
          <a:custGeom>
            <a:avLst/>
            <a:gdLst>
              <a:gd name="connsiteX0" fmla="*/ 0 w 2303995"/>
              <a:gd name="connsiteY0" fmla="*/ 140017 h 140017"/>
              <a:gd name="connsiteX1" fmla="*/ 2303995 w 2303995"/>
              <a:gd name="connsiteY1" fmla="*/ 140017 h 140017"/>
              <a:gd name="connsiteX2" fmla="*/ 2303995 w 2303995"/>
              <a:gd name="connsiteY2" fmla="*/ 0 h 140017"/>
              <a:gd name="connsiteX3" fmla="*/ 0 w 2303995"/>
              <a:gd name="connsiteY3" fmla="*/ 0 h 140017"/>
              <a:gd name="connsiteX4" fmla="*/ 0 w 2303995"/>
              <a:gd name="connsiteY4" fmla="*/ 140017 h 1400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03995" h="140017">
                <a:moveTo>
                  <a:pt x="0" y="140017"/>
                </a:moveTo>
                <a:lnTo>
                  <a:pt x="2303995" y="140017"/>
                </a:lnTo>
                <a:lnTo>
                  <a:pt x="2303995" y="0"/>
                </a:lnTo>
                <a:lnTo>
                  <a:pt x="0" y="0"/>
                </a:lnTo>
                <a:lnTo>
                  <a:pt x="0" y="140017"/>
                </a:lnTo>
                <a:close/>
              </a:path>
            </a:pathLst>
          </a:custGeom>
          <a:solidFill>
            <a:srgbClr val="4646B9">
              <a:alpha val="100000"/>
            </a:srgbClr>
          </a:solidFill>
          <a:ln w="12700">
            <a:solidFill>
              <a:srgbClr val="000000">
                <a:alpha val="0"/>
              </a:srgbClr>
            </a:solidFill>
          </a:ln>
          <a:effectLst/>
        </p:spPr>
        <p:style>
          <a:lnRef idx="2">
            <a:schemeClr val="accent1"/>
          </a:lnRef>
          <a:fillRef idx="0">
            <a:schemeClr val="accent1"/>
          </a:fillRef>
          <a:effectRef idx="1">
            <a:schemeClr val="accent1"/>
          </a:effectRef>
          <a:fontRef idx="minor">
            <a:schemeClr val="tx1"/>
          </a:fontRef>
        </p:style>
        <p:txBody>
          <a:bodyPr rtlCol="0" anchor="ctr"/>
          <a:lstStyle/>
          <a:p>
            <a:r>
              <a:rPr lang="en-US" sz="1400" dirty="0">
                <a:solidFill>
                  <a:srgbClr val="FFFFFF"/>
                </a:solidFill>
                <a:latin typeface="Times New Roman" panose="02020603050405020304" pitchFamily="18" charset="0"/>
                <a:cs typeface="Times New Roman" panose="02020603050405020304" pitchFamily="18" charset="0"/>
              </a:rPr>
              <a:t>Risk Identification</a:t>
            </a:r>
          </a:p>
        </p:txBody>
      </p:sp>
      <p:sp>
        <p:nvSpPr>
          <p:cNvPr id="25" name="TextBox 25"/>
          <p:cNvSpPr txBox="1"/>
          <p:nvPr/>
        </p:nvSpPr>
        <p:spPr>
          <a:xfrm>
            <a:off x="79179" y="543970"/>
            <a:ext cx="4431695" cy="2739211"/>
          </a:xfrm>
          <a:prstGeom prst="rect">
            <a:avLst/>
          </a:prstGeom>
          <a:noFill/>
        </p:spPr>
        <p:txBody>
          <a:bodyPr wrap="square" lIns="0" tIns="0" rIns="0" bIns="0" rtlCol="0">
            <a:spAutoFit/>
          </a:bodyPr>
          <a:lstStyle/>
          <a:p>
            <a:r>
              <a:rPr lang="en-US" sz="1100" dirty="0"/>
              <a:t>3. Developing the wrong software functions</a:t>
            </a:r>
          </a:p>
          <a:p>
            <a:r>
              <a:rPr lang="en-US" sz="1100" dirty="0"/>
              <a:t>Improved software evaluation, formal specification methods, user surveys, prototyping, early user manuals.</a:t>
            </a:r>
          </a:p>
          <a:p>
            <a:endParaRPr lang="en-US" sz="1100" dirty="0"/>
          </a:p>
          <a:p>
            <a:r>
              <a:rPr lang="en-US" sz="1100" dirty="0"/>
              <a:t>4. Developing the wrong user interface</a:t>
            </a:r>
          </a:p>
          <a:p>
            <a:r>
              <a:rPr lang="en-US" sz="1100" dirty="0"/>
              <a:t>Prototyping, task analysis, user involvement.</a:t>
            </a:r>
          </a:p>
          <a:p>
            <a:endParaRPr lang="en-US" sz="1100" dirty="0"/>
          </a:p>
          <a:p>
            <a:r>
              <a:rPr lang="en-US" sz="1100" dirty="0"/>
              <a:t>5. Late changes to requirements</a:t>
            </a:r>
          </a:p>
          <a:p>
            <a:r>
              <a:rPr lang="en-US" sz="1100" dirty="0"/>
              <a:t>Incremental development</a:t>
            </a:r>
          </a:p>
          <a:p>
            <a:endParaRPr lang="en-US" sz="1100" dirty="0"/>
          </a:p>
          <a:p>
            <a:r>
              <a:rPr lang="en-US" sz="1100" dirty="0"/>
              <a:t>6. Shortfalls in externally supplied components</a:t>
            </a:r>
          </a:p>
          <a:p>
            <a:r>
              <a:rPr lang="en-US" sz="1100" dirty="0"/>
              <a:t>Benchmarking, inspections, formal specifications, contractual agreements, quality assurance procedures and certification</a:t>
            </a:r>
          </a:p>
          <a:p>
            <a:endParaRPr lang="en-US" sz="1100" dirty="0"/>
          </a:p>
          <a:p>
            <a:endParaRPr lang="en-US" sz="1200" dirty="0"/>
          </a:p>
          <a:p>
            <a:endParaRPr lang="en-US" sz="1200" dirty="0"/>
          </a:p>
        </p:txBody>
      </p:sp>
      <p:sp>
        <p:nvSpPr>
          <p:cNvPr id="5" name="Freeform 22">
            <a:extLst>
              <a:ext uri="{FF2B5EF4-FFF2-40B4-BE49-F238E27FC236}">
                <a16:creationId xmlns:a16="http://schemas.microsoft.com/office/drawing/2014/main" id="{60367993-E6D8-4B4C-AC49-FCF20132C713}"/>
              </a:ext>
            </a:extLst>
          </p:cNvPr>
          <p:cNvSpPr/>
          <p:nvPr/>
        </p:nvSpPr>
        <p:spPr>
          <a:xfrm>
            <a:off x="4758" y="3359176"/>
            <a:ext cx="4603755" cy="95027"/>
          </a:xfrm>
          <a:custGeom>
            <a:avLst/>
            <a:gdLst>
              <a:gd name="connsiteX0" fmla="*/ 0 w 1535976"/>
              <a:gd name="connsiteY0" fmla="*/ 109651 h 109651"/>
              <a:gd name="connsiteX1" fmla="*/ 1535976 w 1535976"/>
              <a:gd name="connsiteY1" fmla="*/ 109651 h 109651"/>
              <a:gd name="connsiteX2" fmla="*/ 1535976 w 1535976"/>
              <a:gd name="connsiteY2" fmla="*/ 0 h 109651"/>
              <a:gd name="connsiteX3" fmla="*/ 0 w 1535976"/>
              <a:gd name="connsiteY3" fmla="*/ 0 h 109651"/>
              <a:gd name="connsiteX4" fmla="*/ 0 w 1535976"/>
              <a:gd name="connsiteY4" fmla="*/ 109651 h 1096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35976" h="109651">
                <a:moveTo>
                  <a:pt x="0" y="109651"/>
                </a:moveTo>
                <a:lnTo>
                  <a:pt x="1535976" y="109651"/>
                </a:lnTo>
                <a:lnTo>
                  <a:pt x="1535976" y="0"/>
                </a:lnTo>
                <a:lnTo>
                  <a:pt x="0" y="0"/>
                </a:lnTo>
                <a:lnTo>
                  <a:pt x="0" y="109651"/>
                </a:lnTo>
                <a:close/>
              </a:path>
            </a:pathLst>
          </a:custGeom>
          <a:solidFill>
            <a:srgbClr val="4646B9">
              <a:alpha val="100000"/>
            </a:srgbClr>
          </a:solidFill>
          <a:ln w="12700">
            <a:solidFill>
              <a:srgbClr val="000000">
                <a:alpha val="0"/>
              </a:srgbClr>
            </a:solidFill>
          </a:ln>
          <a:effectLst/>
        </p:spPr>
        <p:style>
          <a:lnRef idx="2">
            <a:schemeClr val="accent1"/>
          </a:lnRef>
          <a:fillRef idx="0">
            <a:schemeClr val="accent1"/>
          </a:fillRef>
          <a:effectRef idx="1">
            <a:schemeClr val="accent1"/>
          </a:effectRef>
          <a:fontRef idx="minor">
            <a:schemeClr val="tx1"/>
          </a:fontRef>
        </p:style>
        <p:txBody>
          <a:bodyPr rtlCol="0" anchor="ctr"/>
          <a:lstStyle/>
          <a:p>
            <a:pPr marL="0" marR="0" lvl="0" indent="0" algn="l" defTabSz="913393" rtl="0" eaLnBrk="1" fontAlgn="auto" latinLnBrk="0" hangingPunct="1">
              <a:lnSpc>
                <a:spcPct val="100000"/>
              </a:lnSpc>
              <a:spcBef>
                <a:spcPts val="0"/>
              </a:spcBef>
              <a:spcAft>
                <a:spcPts val="0"/>
              </a:spcAft>
              <a:buClrTx/>
              <a:buSzTx/>
              <a:buFontTx/>
              <a:buNone/>
              <a:tabLst/>
              <a:defRPr/>
            </a:pPr>
            <a:endParaRPr kumimoji="0" lang="en-US" sz="600" b="0" i="0" u="none" strike="noStrike" kern="1200" cap="none" spc="0" normalizeH="0" baseline="0" noProof="0" dirty="0">
              <a:ln>
                <a:noFill/>
              </a:ln>
              <a:solidFill>
                <a:prstClr val="black"/>
              </a:solidFill>
              <a:effectLst/>
              <a:uLnTx/>
              <a:uFillTx/>
              <a:latin typeface="Calibri"/>
              <a:ea typeface="+mn-ea"/>
              <a:cs typeface="Arial" panose="020B0604020202020204" pitchFamily="34" charset="0"/>
            </a:endParaRPr>
          </a:p>
        </p:txBody>
      </p:sp>
      <p:sp>
        <p:nvSpPr>
          <p:cNvPr id="8" name="Footer Placeholder 3">
            <a:extLst>
              <a:ext uri="{FF2B5EF4-FFF2-40B4-BE49-F238E27FC236}">
                <a16:creationId xmlns:a16="http://schemas.microsoft.com/office/drawing/2014/main" id="{6F242E51-DF16-4C1F-A071-C7488362798C}"/>
              </a:ext>
            </a:extLst>
          </p:cNvPr>
          <p:cNvSpPr txBox="1">
            <a:spLocks/>
          </p:cNvSpPr>
          <p:nvPr/>
        </p:nvSpPr>
        <p:spPr>
          <a:xfrm>
            <a:off x="4262618" y="3318894"/>
            <a:ext cx="248256" cy="126751"/>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2700" marR="0" lvl="0" indent="0" algn="l" defTabSz="914400" rtl="0" eaLnBrk="1" fontAlgn="auto" latinLnBrk="0" hangingPunct="1">
              <a:lnSpc>
                <a:spcPts val="675"/>
              </a:lnSpc>
              <a:spcBef>
                <a:spcPts val="0"/>
              </a:spcBef>
              <a:spcAft>
                <a:spcPts val="0"/>
              </a:spcAft>
              <a:buClrTx/>
              <a:buSzTx/>
              <a:buFontTx/>
              <a:buNone/>
              <a:tabLst/>
              <a:defRPr/>
            </a:pPr>
            <a:endParaRPr kumimoji="0" lang="en-IN" sz="600" b="0" i="0" u="none" strike="noStrike" kern="1200" cap="none" spc="-15" normalizeH="0" baseline="0" noProof="0" dirty="0">
              <a:ln>
                <a:noFill/>
              </a:ln>
              <a:solidFill>
                <a:prstClr val="white"/>
              </a:solidFill>
              <a:effectLst/>
              <a:uLnTx/>
              <a:uFillTx/>
              <a:latin typeface="Calibri"/>
              <a:ea typeface="+mn-ea"/>
              <a:cs typeface="Arial"/>
            </a:endParaRPr>
          </a:p>
        </p:txBody>
      </p:sp>
    </p:spTree>
    <p:extLst>
      <p:ext uri="{BB962C8B-B14F-4D97-AF65-F5344CB8AC3E}">
        <p14:creationId xmlns:p14="http://schemas.microsoft.com/office/powerpoint/2010/main" val="388203809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Freeform 20"/>
          <p:cNvSpPr/>
          <p:nvPr/>
        </p:nvSpPr>
        <p:spPr>
          <a:xfrm>
            <a:off x="2378" y="1785"/>
            <a:ext cx="4603757" cy="336543"/>
          </a:xfrm>
          <a:custGeom>
            <a:avLst/>
            <a:gdLst>
              <a:gd name="connsiteX0" fmla="*/ 0 w 2303995"/>
              <a:gd name="connsiteY0" fmla="*/ 140017 h 140017"/>
              <a:gd name="connsiteX1" fmla="*/ 2303995 w 2303995"/>
              <a:gd name="connsiteY1" fmla="*/ 140017 h 140017"/>
              <a:gd name="connsiteX2" fmla="*/ 2303995 w 2303995"/>
              <a:gd name="connsiteY2" fmla="*/ 0 h 140017"/>
              <a:gd name="connsiteX3" fmla="*/ 0 w 2303995"/>
              <a:gd name="connsiteY3" fmla="*/ 0 h 140017"/>
              <a:gd name="connsiteX4" fmla="*/ 0 w 2303995"/>
              <a:gd name="connsiteY4" fmla="*/ 140017 h 1400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03995" h="140017">
                <a:moveTo>
                  <a:pt x="0" y="140017"/>
                </a:moveTo>
                <a:lnTo>
                  <a:pt x="2303995" y="140017"/>
                </a:lnTo>
                <a:lnTo>
                  <a:pt x="2303995" y="0"/>
                </a:lnTo>
                <a:lnTo>
                  <a:pt x="0" y="0"/>
                </a:lnTo>
                <a:lnTo>
                  <a:pt x="0" y="140017"/>
                </a:lnTo>
                <a:close/>
              </a:path>
            </a:pathLst>
          </a:custGeom>
          <a:solidFill>
            <a:srgbClr val="4646B9">
              <a:alpha val="100000"/>
            </a:srgbClr>
          </a:solidFill>
          <a:ln w="12700">
            <a:solidFill>
              <a:srgbClr val="000000">
                <a:alpha val="0"/>
              </a:srgbClr>
            </a:solidFill>
          </a:ln>
          <a:effectLst/>
        </p:spPr>
        <p:style>
          <a:lnRef idx="2">
            <a:schemeClr val="accent1"/>
          </a:lnRef>
          <a:fillRef idx="0">
            <a:schemeClr val="accent1"/>
          </a:fillRef>
          <a:effectRef idx="1">
            <a:schemeClr val="accent1"/>
          </a:effectRef>
          <a:fontRef idx="minor">
            <a:schemeClr val="tx1"/>
          </a:fontRef>
        </p:style>
        <p:txBody>
          <a:bodyPr rtlCol="0" anchor="ctr"/>
          <a:lstStyle/>
          <a:p>
            <a:r>
              <a:rPr lang="en-US" sz="1400" dirty="0">
                <a:solidFill>
                  <a:srgbClr val="FFFFFF"/>
                </a:solidFill>
                <a:latin typeface="Times New Roman" panose="02020603050405020304" pitchFamily="18" charset="0"/>
                <a:cs typeface="Times New Roman" panose="02020603050405020304" pitchFamily="18" charset="0"/>
              </a:rPr>
              <a:t>Risk Identification</a:t>
            </a:r>
          </a:p>
        </p:txBody>
      </p:sp>
      <p:sp>
        <p:nvSpPr>
          <p:cNvPr id="25" name="TextBox 25"/>
          <p:cNvSpPr txBox="1"/>
          <p:nvPr/>
        </p:nvSpPr>
        <p:spPr>
          <a:xfrm>
            <a:off x="79179" y="543970"/>
            <a:ext cx="4431695" cy="2616101"/>
          </a:xfrm>
          <a:prstGeom prst="rect">
            <a:avLst/>
          </a:prstGeom>
          <a:noFill/>
        </p:spPr>
        <p:txBody>
          <a:bodyPr wrap="square" lIns="0" tIns="0" rIns="0" bIns="0" rtlCol="0">
            <a:spAutoFit/>
          </a:bodyPr>
          <a:lstStyle/>
          <a:p>
            <a:r>
              <a:rPr lang="en-US" sz="1100" dirty="0"/>
              <a:t>7. Shortfalls in externally performed tasks</a:t>
            </a:r>
          </a:p>
          <a:p>
            <a:r>
              <a:rPr lang="en-US" sz="1100" dirty="0"/>
              <a:t>Quality assurance procedures, competitive design or prototyping, and contract incentives.</a:t>
            </a:r>
          </a:p>
          <a:p>
            <a:endParaRPr lang="en-US" sz="1100" dirty="0"/>
          </a:p>
          <a:p>
            <a:r>
              <a:rPr lang="en-US" sz="1100" dirty="0"/>
              <a:t>8. Real-time performance shortfalls</a:t>
            </a:r>
          </a:p>
          <a:p>
            <a:r>
              <a:rPr lang="en-US" sz="1100" dirty="0"/>
              <a:t>Simulation, benchmarking, prototyping, tuning, and technical analysis.</a:t>
            </a:r>
          </a:p>
          <a:p>
            <a:endParaRPr lang="en-US" sz="1100" dirty="0"/>
          </a:p>
          <a:p>
            <a:r>
              <a:rPr lang="en-US" sz="1100" dirty="0"/>
              <a:t>9. Development is technically too difficult</a:t>
            </a:r>
          </a:p>
          <a:p>
            <a:r>
              <a:rPr lang="en-US" sz="1100" dirty="0"/>
              <a:t>Technical analysis, cost-benefit analysis, staff training, and development.</a:t>
            </a:r>
          </a:p>
          <a:p>
            <a:endParaRPr lang="en-US" sz="1100" dirty="0"/>
          </a:p>
          <a:p>
            <a:r>
              <a:rPr lang="en-US" sz="1200" dirty="0"/>
              <a:t>10. Gold plating:</a:t>
            </a:r>
          </a:p>
          <a:p>
            <a:r>
              <a:rPr lang="en-US" sz="1200" dirty="0"/>
              <a:t>Gold plating concerns the development of features that the team members consider nice to have, and therefore, to develop those even though the customer has not expressed any necessity for those  </a:t>
            </a:r>
          </a:p>
          <a:p>
            <a:endParaRPr lang="en-US" sz="1200" dirty="0"/>
          </a:p>
        </p:txBody>
      </p:sp>
      <p:sp>
        <p:nvSpPr>
          <p:cNvPr id="5" name="Freeform 22">
            <a:extLst>
              <a:ext uri="{FF2B5EF4-FFF2-40B4-BE49-F238E27FC236}">
                <a16:creationId xmlns:a16="http://schemas.microsoft.com/office/drawing/2014/main" id="{60367993-E6D8-4B4C-AC49-FCF20132C713}"/>
              </a:ext>
            </a:extLst>
          </p:cNvPr>
          <p:cNvSpPr/>
          <p:nvPr/>
        </p:nvSpPr>
        <p:spPr>
          <a:xfrm>
            <a:off x="4758" y="3359176"/>
            <a:ext cx="4603755" cy="95027"/>
          </a:xfrm>
          <a:custGeom>
            <a:avLst/>
            <a:gdLst>
              <a:gd name="connsiteX0" fmla="*/ 0 w 1535976"/>
              <a:gd name="connsiteY0" fmla="*/ 109651 h 109651"/>
              <a:gd name="connsiteX1" fmla="*/ 1535976 w 1535976"/>
              <a:gd name="connsiteY1" fmla="*/ 109651 h 109651"/>
              <a:gd name="connsiteX2" fmla="*/ 1535976 w 1535976"/>
              <a:gd name="connsiteY2" fmla="*/ 0 h 109651"/>
              <a:gd name="connsiteX3" fmla="*/ 0 w 1535976"/>
              <a:gd name="connsiteY3" fmla="*/ 0 h 109651"/>
              <a:gd name="connsiteX4" fmla="*/ 0 w 1535976"/>
              <a:gd name="connsiteY4" fmla="*/ 109651 h 1096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35976" h="109651">
                <a:moveTo>
                  <a:pt x="0" y="109651"/>
                </a:moveTo>
                <a:lnTo>
                  <a:pt x="1535976" y="109651"/>
                </a:lnTo>
                <a:lnTo>
                  <a:pt x="1535976" y="0"/>
                </a:lnTo>
                <a:lnTo>
                  <a:pt x="0" y="0"/>
                </a:lnTo>
                <a:lnTo>
                  <a:pt x="0" y="109651"/>
                </a:lnTo>
                <a:close/>
              </a:path>
            </a:pathLst>
          </a:custGeom>
          <a:solidFill>
            <a:srgbClr val="4646B9">
              <a:alpha val="100000"/>
            </a:srgbClr>
          </a:solidFill>
          <a:ln w="12700">
            <a:solidFill>
              <a:srgbClr val="000000">
                <a:alpha val="0"/>
              </a:srgbClr>
            </a:solidFill>
          </a:ln>
          <a:effectLst/>
        </p:spPr>
        <p:style>
          <a:lnRef idx="2">
            <a:schemeClr val="accent1"/>
          </a:lnRef>
          <a:fillRef idx="0">
            <a:schemeClr val="accent1"/>
          </a:fillRef>
          <a:effectRef idx="1">
            <a:schemeClr val="accent1"/>
          </a:effectRef>
          <a:fontRef idx="minor">
            <a:schemeClr val="tx1"/>
          </a:fontRef>
        </p:style>
        <p:txBody>
          <a:bodyPr rtlCol="0" anchor="ctr"/>
          <a:lstStyle/>
          <a:p>
            <a:pPr marL="0" marR="0" lvl="0" indent="0" algn="l" defTabSz="913393" rtl="0" eaLnBrk="1" fontAlgn="auto" latinLnBrk="0" hangingPunct="1">
              <a:lnSpc>
                <a:spcPct val="100000"/>
              </a:lnSpc>
              <a:spcBef>
                <a:spcPts val="0"/>
              </a:spcBef>
              <a:spcAft>
                <a:spcPts val="0"/>
              </a:spcAft>
              <a:buClrTx/>
              <a:buSzTx/>
              <a:buFontTx/>
              <a:buNone/>
              <a:tabLst/>
              <a:defRPr/>
            </a:pPr>
            <a:endParaRPr kumimoji="0" lang="en-US" sz="600" b="0" i="0" u="none" strike="noStrike" kern="1200" cap="none" spc="0" normalizeH="0" baseline="0" noProof="0" dirty="0">
              <a:ln>
                <a:noFill/>
              </a:ln>
              <a:solidFill>
                <a:prstClr val="black"/>
              </a:solidFill>
              <a:effectLst/>
              <a:uLnTx/>
              <a:uFillTx/>
              <a:latin typeface="Calibri"/>
              <a:ea typeface="+mn-ea"/>
              <a:cs typeface="Arial" panose="020B0604020202020204" pitchFamily="34" charset="0"/>
            </a:endParaRPr>
          </a:p>
        </p:txBody>
      </p:sp>
      <p:sp>
        <p:nvSpPr>
          <p:cNvPr id="8" name="Footer Placeholder 3">
            <a:extLst>
              <a:ext uri="{FF2B5EF4-FFF2-40B4-BE49-F238E27FC236}">
                <a16:creationId xmlns:a16="http://schemas.microsoft.com/office/drawing/2014/main" id="{6F242E51-DF16-4C1F-A071-C7488362798C}"/>
              </a:ext>
            </a:extLst>
          </p:cNvPr>
          <p:cNvSpPr txBox="1">
            <a:spLocks/>
          </p:cNvSpPr>
          <p:nvPr/>
        </p:nvSpPr>
        <p:spPr>
          <a:xfrm>
            <a:off x="4262618" y="3318894"/>
            <a:ext cx="248256" cy="126751"/>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2700" marR="0" lvl="0" indent="0" algn="l" defTabSz="914400" rtl="0" eaLnBrk="1" fontAlgn="auto" latinLnBrk="0" hangingPunct="1">
              <a:lnSpc>
                <a:spcPts val="675"/>
              </a:lnSpc>
              <a:spcBef>
                <a:spcPts val="0"/>
              </a:spcBef>
              <a:spcAft>
                <a:spcPts val="0"/>
              </a:spcAft>
              <a:buClrTx/>
              <a:buSzTx/>
              <a:buFontTx/>
              <a:buNone/>
              <a:tabLst/>
              <a:defRPr/>
            </a:pPr>
            <a:endParaRPr kumimoji="0" lang="en-IN" sz="600" b="0" i="0" u="none" strike="noStrike" kern="1200" cap="none" spc="-15" normalizeH="0" baseline="0" noProof="0" dirty="0">
              <a:ln>
                <a:noFill/>
              </a:ln>
              <a:solidFill>
                <a:prstClr val="white"/>
              </a:solidFill>
              <a:effectLst/>
              <a:uLnTx/>
              <a:uFillTx/>
              <a:latin typeface="Calibri"/>
              <a:ea typeface="+mn-ea"/>
              <a:cs typeface="Arial"/>
            </a:endParaRPr>
          </a:p>
        </p:txBody>
      </p:sp>
    </p:spTree>
    <p:extLst>
      <p:ext uri="{BB962C8B-B14F-4D97-AF65-F5344CB8AC3E}">
        <p14:creationId xmlns:p14="http://schemas.microsoft.com/office/powerpoint/2010/main" val="204128719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Freeform 20"/>
          <p:cNvSpPr/>
          <p:nvPr/>
        </p:nvSpPr>
        <p:spPr>
          <a:xfrm>
            <a:off x="2378" y="1785"/>
            <a:ext cx="4603757" cy="336543"/>
          </a:xfrm>
          <a:custGeom>
            <a:avLst/>
            <a:gdLst>
              <a:gd name="connsiteX0" fmla="*/ 0 w 2303995"/>
              <a:gd name="connsiteY0" fmla="*/ 140017 h 140017"/>
              <a:gd name="connsiteX1" fmla="*/ 2303995 w 2303995"/>
              <a:gd name="connsiteY1" fmla="*/ 140017 h 140017"/>
              <a:gd name="connsiteX2" fmla="*/ 2303995 w 2303995"/>
              <a:gd name="connsiteY2" fmla="*/ 0 h 140017"/>
              <a:gd name="connsiteX3" fmla="*/ 0 w 2303995"/>
              <a:gd name="connsiteY3" fmla="*/ 0 h 140017"/>
              <a:gd name="connsiteX4" fmla="*/ 0 w 2303995"/>
              <a:gd name="connsiteY4" fmla="*/ 140017 h 1400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03995" h="140017">
                <a:moveTo>
                  <a:pt x="0" y="140017"/>
                </a:moveTo>
                <a:lnTo>
                  <a:pt x="2303995" y="140017"/>
                </a:lnTo>
                <a:lnTo>
                  <a:pt x="2303995" y="0"/>
                </a:lnTo>
                <a:lnTo>
                  <a:pt x="0" y="0"/>
                </a:lnTo>
                <a:lnTo>
                  <a:pt x="0" y="140017"/>
                </a:lnTo>
                <a:close/>
              </a:path>
            </a:pathLst>
          </a:custGeom>
          <a:solidFill>
            <a:srgbClr val="4646B9">
              <a:alpha val="100000"/>
            </a:srgbClr>
          </a:solidFill>
          <a:ln w="12700">
            <a:solidFill>
              <a:srgbClr val="000000">
                <a:alpha val="0"/>
              </a:srgbClr>
            </a:solidFill>
          </a:ln>
          <a:effectLst/>
        </p:spPr>
        <p:style>
          <a:lnRef idx="2">
            <a:schemeClr val="accent1"/>
          </a:lnRef>
          <a:fillRef idx="0">
            <a:schemeClr val="accent1"/>
          </a:fillRef>
          <a:effectRef idx="1">
            <a:schemeClr val="accent1"/>
          </a:effectRef>
          <a:fontRef idx="minor">
            <a:schemeClr val="tx1"/>
          </a:fontRef>
        </p:style>
        <p:txBody>
          <a:bodyPr rtlCol="0" anchor="ctr"/>
          <a:lstStyle/>
          <a:p>
            <a:r>
              <a:rPr lang="en-US" sz="1400" dirty="0">
                <a:solidFill>
                  <a:srgbClr val="FFFFFF"/>
                </a:solidFill>
                <a:latin typeface="Times New Roman" panose="02020603050405020304" pitchFamily="18" charset="0"/>
                <a:cs typeface="Times New Roman" panose="02020603050405020304" pitchFamily="18" charset="0"/>
              </a:rPr>
              <a:t>Risk Planning</a:t>
            </a:r>
          </a:p>
        </p:txBody>
      </p:sp>
      <p:sp>
        <p:nvSpPr>
          <p:cNvPr id="25" name="TextBox 25"/>
          <p:cNvSpPr txBox="1"/>
          <p:nvPr/>
        </p:nvSpPr>
        <p:spPr>
          <a:xfrm>
            <a:off x="79179" y="543970"/>
            <a:ext cx="4431695" cy="2631490"/>
          </a:xfrm>
          <a:prstGeom prst="rect">
            <a:avLst/>
          </a:prstGeom>
          <a:noFill/>
        </p:spPr>
        <p:txBody>
          <a:bodyPr wrap="square" lIns="0" tIns="0" rIns="0" bIns="0" rtlCol="0">
            <a:spAutoFit/>
          </a:bodyPr>
          <a:lstStyle/>
          <a:p>
            <a:pPr marL="171450" indent="-171450">
              <a:buFont typeface="Arial" panose="020B0604020202020204" pitchFamily="34" charset="0"/>
              <a:buChar char="•"/>
            </a:pPr>
            <a:r>
              <a:rPr lang="en-US" sz="1100" dirty="0"/>
              <a:t>After identifying the risks and their priorities, the next task involves how to deal with them.</a:t>
            </a:r>
          </a:p>
          <a:p>
            <a:endParaRPr lang="en-US" sz="1100" dirty="0"/>
          </a:p>
          <a:p>
            <a:pPr marL="171450" indent="-171450">
              <a:buFont typeface="Arial" panose="020B0604020202020204" pitchFamily="34" charset="0"/>
              <a:buChar char="•"/>
            </a:pPr>
            <a:r>
              <a:rPr lang="en-US" sz="1100" dirty="0"/>
              <a:t>The different options are</a:t>
            </a:r>
          </a:p>
          <a:p>
            <a:pPr marL="628650" lvl="1" indent="-171450">
              <a:buFont typeface="Arial" panose="020B0604020202020204" pitchFamily="34" charset="0"/>
              <a:buChar char="•"/>
            </a:pPr>
            <a:r>
              <a:rPr lang="en-US" sz="1100" dirty="0"/>
              <a:t>Risk Acceptance</a:t>
            </a:r>
          </a:p>
          <a:p>
            <a:pPr marL="628650" lvl="1" indent="-171450">
              <a:buFont typeface="Arial" panose="020B0604020202020204" pitchFamily="34" charset="0"/>
              <a:buChar char="•"/>
            </a:pPr>
            <a:r>
              <a:rPr lang="en-US" sz="1100" dirty="0"/>
              <a:t>Risk Avoidance</a:t>
            </a:r>
          </a:p>
          <a:p>
            <a:pPr marL="628650" lvl="1" indent="-171450">
              <a:buFont typeface="Arial" panose="020B0604020202020204" pitchFamily="34" charset="0"/>
              <a:buChar char="•"/>
            </a:pPr>
            <a:r>
              <a:rPr lang="en-US" sz="1100" dirty="0"/>
              <a:t>Risk reduction and mitigation</a:t>
            </a:r>
          </a:p>
          <a:p>
            <a:pPr marL="628650" lvl="1" indent="-171450">
              <a:buFont typeface="Arial" panose="020B0604020202020204" pitchFamily="34" charset="0"/>
              <a:buChar char="•"/>
            </a:pPr>
            <a:r>
              <a:rPr lang="en-US" sz="1100" dirty="0"/>
              <a:t>Risk transfer</a:t>
            </a:r>
          </a:p>
          <a:p>
            <a:pPr algn="just"/>
            <a:endParaRPr lang="en-US" sz="1100" dirty="0"/>
          </a:p>
          <a:p>
            <a:pPr algn="just"/>
            <a:r>
              <a:rPr lang="en-US" sz="1100" b="1" dirty="0"/>
              <a:t>Risk Avoidance</a:t>
            </a:r>
            <a:endParaRPr lang="en-US" sz="1100" dirty="0"/>
          </a:p>
          <a:p>
            <a:pPr algn="just"/>
            <a:r>
              <a:rPr lang="en-US" sz="1100" dirty="0"/>
              <a:t>Change the project plan so that the risk no longer applies.</a:t>
            </a:r>
          </a:p>
          <a:p>
            <a:pPr algn="just"/>
            <a:r>
              <a:rPr lang="en-US" sz="1100" dirty="0"/>
              <a:t>Example: increase task duration estimates or cut unnecessary functionality to avoid the risk of project overruns.</a:t>
            </a:r>
          </a:p>
          <a:p>
            <a:endParaRPr lang="en-US" sz="1200" dirty="0"/>
          </a:p>
          <a:p>
            <a:endParaRPr lang="en-US" sz="1200" dirty="0"/>
          </a:p>
        </p:txBody>
      </p:sp>
      <p:sp>
        <p:nvSpPr>
          <p:cNvPr id="5" name="Freeform 22">
            <a:extLst>
              <a:ext uri="{FF2B5EF4-FFF2-40B4-BE49-F238E27FC236}">
                <a16:creationId xmlns:a16="http://schemas.microsoft.com/office/drawing/2014/main" id="{60367993-E6D8-4B4C-AC49-FCF20132C713}"/>
              </a:ext>
            </a:extLst>
          </p:cNvPr>
          <p:cNvSpPr/>
          <p:nvPr/>
        </p:nvSpPr>
        <p:spPr>
          <a:xfrm>
            <a:off x="4758" y="3359176"/>
            <a:ext cx="4603755" cy="95027"/>
          </a:xfrm>
          <a:custGeom>
            <a:avLst/>
            <a:gdLst>
              <a:gd name="connsiteX0" fmla="*/ 0 w 1535976"/>
              <a:gd name="connsiteY0" fmla="*/ 109651 h 109651"/>
              <a:gd name="connsiteX1" fmla="*/ 1535976 w 1535976"/>
              <a:gd name="connsiteY1" fmla="*/ 109651 h 109651"/>
              <a:gd name="connsiteX2" fmla="*/ 1535976 w 1535976"/>
              <a:gd name="connsiteY2" fmla="*/ 0 h 109651"/>
              <a:gd name="connsiteX3" fmla="*/ 0 w 1535976"/>
              <a:gd name="connsiteY3" fmla="*/ 0 h 109651"/>
              <a:gd name="connsiteX4" fmla="*/ 0 w 1535976"/>
              <a:gd name="connsiteY4" fmla="*/ 109651 h 1096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35976" h="109651">
                <a:moveTo>
                  <a:pt x="0" y="109651"/>
                </a:moveTo>
                <a:lnTo>
                  <a:pt x="1535976" y="109651"/>
                </a:lnTo>
                <a:lnTo>
                  <a:pt x="1535976" y="0"/>
                </a:lnTo>
                <a:lnTo>
                  <a:pt x="0" y="0"/>
                </a:lnTo>
                <a:lnTo>
                  <a:pt x="0" y="109651"/>
                </a:lnTo>
                <a:close/>
              </a:path>
            </a:pathLst>
          </a:custGeom>
          <a:solidFill>
            <a:srgbClr val="4646B9">
              <a:alpha val="100000"/>
            </a:srgbClr>
          </a:solidFill>
          <a:ln w="12700">
            <a:solidFill>
              <a:srgbClr val="000000">
                <a:alpha val="0"/>
              </a:srgbClr>
            </a:solidFill>
          </a:ln>
          <a:effectLst/>
        </p:spPr>
        <p:style>
          <a:lnRef idx="2">
            <a:schemeClr val="accent1"/>
          </a:lnRef>
          <a:fillRef idx="0">
            <a:schemeClr val="accent1"/>
          </a:fillRef>
          <a:effectRef idx="1">
            <a:schemeClr val="accent1"/>
          </a:effectRef>
          <a:fontRef idx="minor">
            <a:schemeClr val="tx1"/>
          </a:fontRef>
        </p:style>
        <p:txBody>
          <a:bodyPr rtlCol="0" anchor="ctr"/>
          <a:lstStyle/>
          <a:p>
            <a:pPr marL="0" marR="0" lvl="0" indent="0" algn="l" defTabSz="913393" rtl="0" eaLnBrk="1" fontAlgn="auto" latinLnBrk="0" hangingPunct="1">
              <a:lnSpc>
                <a:spcPct val="100000"/>
              </a:lnSpc>
              <a:spcBef>
                <a:spcPts val="0"/>
              </a:spcBef>
              <a:spcAft>
                <a:spcPts val="0"/>
              </a:spcAft>
              <a:buClrTx/>
              <a:buSzTx/>
              <a:buFontTx/>
              <a:buNone/>
              <a:tabLst/>
              <a:defRPr/>
            </a:pPr>
            <a:endParaRPr kumimoji="0" lang="en-US" sz="600" b="0" i="0" u="none" strike="noStrike" kern="1200" cap="none" spc="0" normalizeH="0" baseline="0" noProof="0" dirty="0">
              <a:ln>
                <a:noFill/>
              </a:ln>
              <a:solidFill>
                <a:prstClr val="black"/>
              </a:solidFill>
              <a:effectLst/>
              <a:uLnTx/>
              <a:uFillTx/>
              <a:latin typeface="Calibri"/>
              <a:ea typeface="+mn-ea"/>
              <a:cs typeface="Arial" panose="020B0604020202020204" pitchFamily="34" charset="0"/>
            </a:endParaRPr>
          </a:p>
        </p:txBody>
      </p:sp>
      <p:sp>
        <p:nvSpPr>
          <p:cNvPr id="8" name="Footer Placeholder 3">
            <a:extLst>
              <a:ext uri="{FF2B5EF4-FFF2-40B4-BE49-F238E27FC236}">
                <a16:creationId xmlns:a16="http://schemas.microsoft.com/office/drawing/2014/main" id="{6F242E51-DF16-4C1F-A071-C7488362798C}"/>
              </a:ext>
            </a:extLst>
          </p:cNvPr>
          <p:cNvSpPr txBox="1">
            <a:spLocks/>
          </p:cNvSpPr>
          <p:nvPr/>
        </p:nvSpPr>
        <p:spPr>
          <a:xfrm>
            <a:off x="4262618" y="3318894"/>
            <a:ext cx="248256" cy="126751"/>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2700" marR="0" lvl="0" indent="0" algn="l" defTabSz="914400" rtl="0" eaLnBrk="1" fontAlgn="auto" latinLnBrk="0" hangingPunct="1">
              <a:lnSpc>
                <a:spcPts val="675"/>
              </a:lnSpc>
              <a:spcBef>
                <a:spcPts val="0"/>
              </a:spcBef>
              <a:spcAft>
                <a:spcPts val="0"/>
              </a:spcAft>
              <a:buClrTx/>
              <a:buSzTx/>
              <a:buFontTx/>
              <a:buNone/>
              <a:tabLst/>
              <a:defRPr/>
            </a:pPr>
            <a:endParaRPr kumimoji="0" lang="en-IN" sz="600" b="0" i="0" u="none" strike="noStrike" kern="1200" cap="none" spc="-15" normalizeH="0" baseline="0" noProof="0" dirty="0">
              <a:ln>
                <a:noFill/>
              </a:ln>
              <a:solidFill>
                <a:prstClr val="white"/>
              </a:solidFill>
              <a:effectLst/>
              <a:uLnTx/>
              <a:uFillTx/>
              <a:latin typeface="Calibri"/>
              <a:ea typeface="+mn-ea"/>
              <a:cs typeface="Arial"/>
            </a:endParaRPr>
          </a:p>
        </p:txBody>
      </p:sp>
    </p:spTree>
    <p:extLst>
      <p:ext uri="{BB962C8B-B14F-4D97-AF65-F5344CB8AC3E}">
        <p14:creationId xmlns:p14="http://schemas.microsoft.com/office/powerpoint/2010/main" val="414118616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Freeform 20"/>
          <p:cNvSpPr/>
          <p:nvPr/>
        </p:nvSpPr>
        <p:spPr>
          <a:xfrm>
            <a:off x="2378" y="1785"/>
            <a:ext cx="4603757" cy="336543"/>
          </a:xfrm>
          <a:custGeom>
            <a:avLst/>
            <a:gdLst>
              <a:gd name="connsiteX0" fmla="*/ 0 w 2303995"/>
              <a:gd name="connsiteY0" fmla="*/ 140017 h 140017"/>
              <a:gd name="connsiteX1" fmla="*/ 2303995 w 2303995"/>
              <a:gd name="connsiteY1" fmla="*/ 140017 h 140017"/>
              <a:gd name="connsiteX2" fmla="*/ 2303995 w 2303995"/>
              <a:gd name="connsiteY2" fmla="*/ 0 h 140017"/>
              <a:gd name="connsiteX3" fmla="*/ 0 w 2303995"/>
              <a:gd name="connsiteY3" fmla="*/ 0 h 140017"/>
              <a:gd name="connsiteX4" fmla="*/ 0 w 2303995"/>
              <a:gd name="connsiteY4" fmla="*/ 140017 h 1400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03995" h="140017">
                <a:moveTo>
                  <a:pt x="0" y="140017"/>
                </a:moveTo>
                <a:lnTo>
                  <a:pt x="2303995" y="140017"/>
                </a:lnTo>
                <a:lnTo>
                  <a:pt x="2303995" y="0"/>
                </a:lnTo>
                <a:lnTo>
                  <a:pt x="0" y="0"/>
                </a:lnTo>
                <a:lnTo>
                  <a:pt x="0" y="140017"/>
                </a:lnTo>
                <a:close/>
              </a:path>
            </a:pathLst>
          </a:custGeom>
          <a:solidFill>
            <a:srgbClr val="4646B9">
              <a:alpha val="100000"/>
            </a:srgbClr>
          </a:solidFill>
          <a:ln w="12700">
            <a:solidFill>
              <a:srgbClr val="000000">
                <a:alpha val="0"/>
              </a:srgbClr>
            </a:solidFill>
          </a:ln>
          <a:effectLst/>
        </p:spPr>
        <p:style>
          <a:lnRef idx="2">
            <a:schemeClr val="accent1"/>
          </a:lnRef>
          <a:fillRef idx="0">
            <a:schemeClr val="accent1"/>
          </a:fillRef>
          <a:effectRef idx="1">
            <a:schemeClr val="accent1"/>
          </a:effectRef>
          <a:fontRef idx="minor">
            <a:schemeClr val="tx1"/>
          </a:fontRef>
        </p:style>
        <p:txBody>
          <a:bodyPr rtlCol="0" anchor="ctr"/>
          <a:lstStyle/>
          <a:p>
            <a:r>
              <a:rPr lang="en-US" sz="1400" dirty="0">
                <a:solidFill>
                  <a:srgbClr val="FFFFFF"/>
                </a:solidFill>
                <a:latin typeface="Times New Roman" panose="02020603050405020304" pitchFamily="18" charset="0"/>
                <a:cs typeface="Times New Roman" panose="02020603050405020304" pitchFamily="18" charset="0"/>
              </a:rPr>
              <a:t>Risk Planning</a:t>
            </a:r>
          </a:p>
        </p:txBody>
      </p:sp>
      <p:sp>
        <p:nvSpPr>
          <p:cNvPr id="25" name="TextBox 25"/>
          <p:cNvSpPr txBox="1"/>
          <p:nvPr/>
        </p:nvSpPr>
        <p:spPr>
          <a:xfrm>
            <a:off x="79179" y="543970"/>
            <a:ext cx="4431695" cy="2954655"/>
          </a:xfrm>
          <a:prstGeom prst="rect">
            <a:avLst/>
          </a:prstGeom>
          <a:noFill/>
        </p:spPr>
        <p:txBody>
          <a:bodyPr wrap="square" lIns="0" tIns="0" rIns="0" bIns="0" rtlCol="0">
            <a:spAutoFit/>
          </a:bodyPr>
          <a:lstStyle/>
          <a:p>
            <a:pPr algn="just"/>
            <a:endParaRPr lang="en-US" sz="1100" dirty="0"/>
          </a:p>
          <a:p>
            <a:pPr algn="just"/>
            <a:r>
              <a:rPr lang="en-US" sz="1100" b="1" dirty="0"/>
              <a:t>Risk Reduction</a:t>
            </a:r>
          </a:p>
          <a:p>
            <a:pPr algn="just"/>
            <a:endParaRPr lang="en-US" sz="1100" dirty="0"/>
          </a:p>
          <a:p>
            <a:r>
              <a:rPr lang="en-IN" sz="1100" dirty="0"/>
              <a:t>Some risks can’t be prevented entirely, but their chances of happening can be reduced through good planning.</a:t>
            </a:r>
          </a:p>
          <a:p>
            <a:r>
              <a:rPr lang="en-IN" sz="1100" dirty="0"/>
              <a:t>·  Example: prototyping can reduce the risk of last-minute changes to requirements.</a:t>
            </a:r>
          </a:p>
          <a:p>
            <a:endParaRPr lang="en-IN" sz="1100" dirty="0"/>
          </a:p>
          <a:p>
            <a:r>
              <a:rPr lang="en-US" sz="1100" b="1" dirty="0"/>
              <a:t>Risk Transfer</a:t>
            </a:r>
          </a:p>
          <a:p>
            <a:endParaRPr lang="en-US" sz="1100" dirty="0"/>
          </a:p>
          <a:p>
            <a:r>
              <a:rPr lang="en-US" sz="1100" dirty="0"/>
              <a:t>Pass the risk’s impact onto another party.</a:t>
            </a:r>
          </a:p>
          <a:p>
            <a:r>
              <a:rPr lang="en-US" sz="1100" dirty="0"/>
              <a:t>Example: take insurance, or contract out risky parts of the project.</a:t>
            </a:r>
          </a:p>
          <a:p>
            <a:endParaRPr lang="en-IN" dirty="0"/>
          </a:p>
          <a:p>
            <a:endParaRPr lang="en-IN" dirty="0"/>
          </a:p>
          <a:p>
            <a:endParaRPr lang="en-US" sz="1200" dirty="0"/>
          </a:p>
          <a:p>
            <a:endParaRPr lang="en-US" sz="1200" dirty="0"/>
          </a:p>
        </p:txBody>
      </p:sp>
      <p:sp>
        <p:nvSpPr>
          <p:cNvPr id="5" name="Freeform 22">
            <a:extLst>
              <a:ext uri="{FF2B5EF4-FFF2-40B4-BE49-F238E27FC236}">
                <a16:creationId xmlns:a16="http://schemas.microsoft.com/office/drawing/2014/main" id="{60367993-E6D8-4B4C-AC49-FCF20132C713}"/>
              </a:ext>
            </a:extLst>
          </p:cNvPr>
          <p:cNvSpPr/>
          <p:nvPr/>
        </p:nvSpPr>
        <p:spPr>
          <a:xfrm>
            <a:off x="4758" y="3359176"/>
            <a:ext cx="4603755" cy="95027"/>
          </a:xfrm>
          <a:custGeom>
            <a:avLst/>
            <a:gdLst>
              <a:gd name="connsiteX0" fmla="*/ 0 w 1535976"/>
              <a:gd name="connsiteY0" fmla="*/ 109651 h 109651"/>
              <a:gd name="connsiteX1" fmla="*/ 1535976 w 1535976"/>
              <a:gd name="connsiteY1" fmla="*/ 109651 h 109651"/>
              <a:gd name="connsiteX2" fmla="*/ 1535976 w 1535976"/>
              <a:gd name="connsiteY2" fmla="*/ 0 h 109651"/>
              <a:gd name="connsiteX3" fmla="*/ 0 w 1535976"/>
              <a:gd name="connsiteY3" fmla="*/ 0 h 109651"/>
              <a:gd name="connsiteX4" fmla="*/ 0 w 1535976"/>
              <a:gd name="connsiteY4" fmla="*/ 109651 h 1096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35976" h="109651">
                <a:moveTo>
                  <a:pt x="0" y="109651"/>
                </a:moveTo>
                <a:lnTo>
                  <a:pt x="1535976" y="109651"/>
                </a:lnTo>
                <a:lnTo>
                  <a:pt x="1535976" y="0"/>
                </a:lnTo>
                <a:lnTo>
                  <a:pt x="0" y="0"/>
                </a:lnTo>
                <a:lnTo>
                  <a:pt x="0" y="109651"/>
                </a:lnTo>
                <a:close/>
              </a:path>
            </a:pathLst>
          </a:custGeom>
          <a:solidFill>
            <a:srgbClr val="4646B9">
              <a:alpha val="100000"/>
            </a:srgbClr>
          </a:solidFill>
          <a:ln w="12700">
            <a:solidFill>
              <a:srgbClr val="000000">
                <a:alpha val="0"/>
              </a:srgbClr>
            </a:solidFill>
          </a:ln>
          <a:effectLst/>
        </p:spPr>
        <p:style>
          <a:lnRef idx="2">
            <a:schemeClr val="accent1"/>
          </a:lnRef>
          <a:fillRef idx="0">
            <a:schemeClr val="accent1"/>
          </a:fillRef>
          <a:effectRef idx="1">
            <a:schemeClr val="accent1"/>
          </a:effectRef>
          <a:fontRef idx="minor">
            <a:schemeClr val="tx1"/>
          </a:fontRef>
        </p:style>
        <p:txBody>
          <a:bodyPr rtlCol="0" anchor="ctr"/>
          <a:lstStyle/>
          <a:p>
            <a:pPr marL="0" marR="0" lvl="0" indent="0" algn="l" defTabSz="913393" rtl="0" eaLnBrk="1" fontAlgn="auto" latinLnBrk="0" hangingPunct="1">
              <a:lnSpc>
                <a:spcPct val="100000"/>
              </a:lnSpc>
              <a:spcBef>
                <a:spcPts val="0"/>
              </a:spcBef>
              <a:spcAft>
                <a:spcPts val="0"/>
              </a:spcAft>
              <a:buClrTx/>
              <a:buSzTx/>
              <a:buFontTx/>
              <a:buNone/>
              <a:tabLst/>
              <a:defRPr/>
            </a:pPr>
            <a:endParaRPr kumimoji="0" lang="en-US" sz="600" b="0" i="0" u="none" strike="noStrike" kern="1200" cap="none" spc="0" normalizeH="0" baseline="0" noProof="0" dirty="0">
              <a:ln>
                <a:noFill/>
              </a:ln>
              <a:solidFill>
                <a:prstClr val="black"/>
              </a:solidFill>
              <a:effectLst/>
              <a:uLnTx/>
              <a:uFillTx/>
              <a:latin typeface="Calibri"/>
              <a:ea typeface="+mn-ea"/>
              <a:cs typeface="Arial" panose="020B0604020202020204" pitchFamily="34" charset="0"/>
            </a:endParaRPr>
          </a:p>
        </p:txBody>
      </p:sp>
      <p:sp>
        <p:nvSpPr>
          <p:cNvPr id="8" name="Footer Placeholder 3">
            <a:extLst>
              <a:ext uri="{FF2B5EF4-FFF2-40B4-BE49-F238E27FC236}">
                <a16:creationId xmlns:a16="http://schemas.microsoft.com/office/drawing/2014/main" id="{6F242E51-DF16-4C1F-A071-C7488362798C}"/>
              </a:ext>
            </a:extLst>
          </p:cNvPr>
          <p:cNvSpPr txBox="1">
            <a:spLocks/>
          </p:cNvSpPr>
          <p:nvPr/>
        </p:nvSpPr>
        <p:spPr>
          <a:xfrm>
            <a:off x="4262618" y="3318894"/>
            <a:ext cx="248256" cy="126751"/>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2700" marR="0" lvl="0" indent="0" algn="l" defTabSz="914400" rtl="0" eaLnBrk="1" fontAlgn="auto" latinLnBrk="0" hangingPunct="1">
              <a:lnSpc>
                <a:spcPts val="675"/>
              </a:lnSpc>
              <a:spcBef>
                <a:spcPts val="0"/>
              </a:spcBef>
              <a:spcAft>
                <a:spcPts val="0"/>
              </a:spcAft>
              <a:buClrTx/>
              <a:buSzTx/>
              <a:buFontTx/>
              <a:buNone/>
              <a:tabLst/>
              <a:defRPr/>
            </a:pPr>
            <a:endParaRPr kumimoji="0" lang="en-IN" sz="600" b="0" i="0" u="none" strike="noStrike" kern="1200" cap="none" spc="-15" normalizeH="0" baseline="0" noProof="0" dirty="0">
              <a:ln>
                <a:noFill/>
              </a:ln>
              <a:solidFill>
                <a:prstClr val="white"/>
              </a:solidFill>
              <a:effectLst/>
              <a:uLnTx/>
              <a:uFillTx/>
              <a:latin typeface="Calibri"/>
              <a:ea typeface="+mn-ea"/>
              <a:cs typeface="Arial"/>
            </a:endParaRPr>
          </a:p>
        </p:txBody>
      </p:sp>
    </p:spTree>
    <p:extLst>
      <p:ext uri="{BB962C8B-B14F-4D97-AF65-F5344CB8AC3E}">
        <p14:creationId xmlns:p14="http://schemas.microsoft.com/office/powerpoint/2010/main" val="28530260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Freeform 20"/>
          <p:cNvSpPr/>
          <p:nvPr/>
        </p:nvSpPr>
        <p:spPr>
          <a:xfrm>
            <a:off x="2378" y="1785"/>
            <a:ext cx="4603757" cy="336543"/>
          </a:xfrm>
          <a:custGeom>
            <a:avLst/>
            <a:gdLst>
              <a:gd name="connsiteX0" fmla="*/ 0 w 2303995"/>
              <a:gd name="connsiteY0" fmla="*/ 140017 h 140017"/>
              <a:gd name="connsiteX1" fmla="*/ 2303995 w 2303995"/>
              <a:gd name="connsiteY1" fmla="*/ 140017 h 140017"/>
              <a:gd name="connsiteX2" fmla="*/ 2303995 w 2303995"/>
              <a:gd name="connsiteY2" fmla="*/ 0 h 140017"/>
              <a:gd name="connsiteX3" fmla="*/ 0 w 2303995"/>
              <a:gd name="connsiteY3" fmla="*/ 0 h 140017"/>
              <a:gd name="connsiteX4" fmla="*/ 0 w 2303995"/>
              <a:gd name="connsiteY4" fmla="*/ 140017 h 1400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03995" h="140017">
                <a:moveTo>
                  <a:pt x="0" y="140017"/>
                </a:moveTo>
                <a:lnTo>
                  <a:pt x="2303995" y="140017"/>
                </a:lnTo>
                <a:lnTo>
                  <a:pt x="2303995" y="0"/>
                </a:lnTo>
                <a:lnTo>
                  <a:pt x="0" y="0"/>
                </a:lnTo>
                <a:lnTo>
                  <a:pt x="0" y="140017"/>
                </a:lnTo>
                <a:close/>
              </a:path>
            </a:pathLst>
          </a:custGeom>
          <a:solidFill>
            <a:srgbClr val="4646B9">
              <a:alpha val="100000"/>
            </a:srgbClr>
          </a:solidFill>
          <a:ln w="12700">
            <a:solidFill>
              <a:srgbClr val="000000">
                <a:alpha val="0"/>
              </a:srgbClr>
            </a:solidFill>
          </a:ln>
          <a:effectLst/>
        </p:spPr>
        <p:style>
          <a:lnRef idx="2">
            <a:schemeClr val="accent1"/>
          </a:lnRef>
          <a:fillRef idx="0">
            <a:schemeClr val="accent1"/>
          </a:fillRef>
          <a:effectRef idx="1">
            <a:schemeClr val="accent1"/>
          </a:effectRef>
          <a:fontRef idx="minor">
            <a:schemeClr val="tx1"/>
          </a:fontRef>
        </p:style>
        <p:txBody>
          <a:bodyPr rtlCol="0" anchor="ctr"/>
          <a:lstStyle/>
          <a:p>
            <a:r>
              <a:rPr lang="en-US" sz="1400" dirty="0">
                <a:solidFill>
                  <a:srgbClr val="FFFFFF"/>
                </a:solidFill>
                <a:latin typeface="Times New Roman" panose="02020603050405020304" pitchFamily="18" charset="0"/>
                <a:cs typeface="Times New Roman" panose="02020603050405020304" pitchFamily="18" charset="0"/>
              </a:rPr>
              <a:t>Risk Management</a:t>
            </a:r>
          </a:p>
        </p:txBody>
      </p:sp>
      <p:sp>
        <p:nvSpPr>
          <p:cNvPr id="25" name="TextBox 25"/>
          <p:cNvSpPr txBox="1"/>
          <p:nvPr/>
        </p:nvSpPr>
        <p:spPr>
          <a:xfrm>
            <a:off x="79179" y="543970"/>
            <a:ext cx="4431695" cy="2154436"/>
          </a:xfrm>
          <a:prstGeom prst="rect">
            <a:avLst/>
          </a:prstGeom>
          <a:noFill/>
        </p:spPr>
        <p:txBody>
          <a:bodyPr wrap="square" lIns="0" tIns="0" rIns="0" bIns="0" rtlCol="0">
            <a:spAutoFit/>
          </a:bodyPr>
          <a:lstStyle/>
          <a:p>
            <a:pPr algn="just"/>
            <a:endParaRPr lang="en-US" sz="1100" dirty="0"/>
          </a:p>
          <a:p>
            <a:r>
              <a:rPr lang="en-US" sz="1100" b="1" dirty="0"/>
              <a:t>Contingency Planning</a:t>
            </a:r>
          </a:p>
          <a:p>
            <a:endParaRPr lang="en-US" sz="1100" dirty="0"/>
          </a:p>
          <a:p>
            <a:r>
              <a:rPr lang="en-US" sz="1100" dirty="0"/>
              <a:t>For risks that cannot be avoided or transferred, make backup plans to reduce the damage if they occur.</a:t>
            </a:r>
          </a:p>
          <a:p>
            <a:r>
              <a:rPr lang="en-US" sz="1100" dirty="0"/>
              <a:t>Example: plan for substitute programmers if key staff become unavailable.</a:t>
            </a:r>
          </a:p>
          <a:p>
            <a:endParaRPr lang="en-IN" dirty="0"/>
          </a:p>
          <a:p>
            <a:r>
              <a:rPr lang="en-IN" sz="1100" b="1" dirty="0"/>
              <a:t>Deciding on the risk actions</a:t>
            </a:r>
          </a:p>
          <a:p>
            <a:r>
              <a:rPr lang="en-US" sz="1100" dirty="0"/>
              <a:t>The Cost of Action in risk management refers to the resources (time, money, or effort) that are needed to reduce or eliminate a risk.</a:t>
            </a:r>
          </a:p>
          <a:p>
            <a:endParaRPr lang="en-US" sz="1100" dirty="0"/>
          </a:p>
          <a:p>
            <a:endParaRPr lang="en-US" sz="1200" dirty="0"/>
          </a:p>
        </p:txBody>
      </p:sp>
      <p:sp>
        <p:nvSpPr>
          <p:cNvPr id="5" name="Freeform 22">
            <a:extLst>
              <a:ext uri="{FF2B5EF4-FFF2-40B4-BE49-F238E27FC236}">
                <a16:creationId xmlns:a16="http://schemas.microsoft.com/office/drawing/2014/main" id="{60367993-E6D8-4B4C-AC49-FCF20132C713}"/>
              </a:ext>
            </a:extLst>
          </p:cNvPr>
          <p:cNvSpPr/>
          <p:nvPr/>
        </p:nvSpPr>
        <p:spPr>
          <a:xfrm>
            <a:off x="4758" y="3359176"/>
            <a:ext cx="4603755" cy="95027"/>
          </a:xfrm>
          <a:custGeom>
            <a:avLst/>
            <a:gdLst>
              <a:gd name="connsiteX0" fmla="*/ 0 w 1535976"/>
              <a:gd name="connsiteY0" fmla="*/ 109651 h 109651"/>
              <a:gd name="connsiteX1" fmla="*/ 1535976 w 1535976"/>
              <a:gd name="connsiteY1" fmla="*/ 109651 h 109651"/>
              <a:gd name="connsiteX2" fmla="*/ 1535976 w 1535976"/>
              <a:gd name="connsiteY2" fmla="*/ 0 h 109651"/>
              <a:gd name="connsiteX3" fmla="*/ 0 w 1535976"/>
              <a:gd name="connsiteY3" fmla="*/ 0 h 109651"/>
              <a:gd name="connsiteX4" fmla="*/ 0 w 1535976"/>
              <a:gd name="connsiteY4" fmla="*/ 109651 h 1096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35976" h="109651">
                <a:moveTo>
                  <a:pt x="0" y="109651"/>
                </a:moveTo>
                <a:lnTo>
                  <a:pt x="1535976" y="109651"/>
                </a:lnTo>
                <a:lnTo>
                  <a:pt x="1535976" y="0"/>
                </a:lnTo>
                <a:lnTo>
                  <a:pt x="0" y="0"/>
                </a:lnTo>
                <a:lnTo>
                  <a:pt x="0" y="109651"/>
                </a:lnTo>
                <a:close/>
              </a:path>
            </a:pathLst>
          </a:custGeom>
          <a:solidFill>
            <a:srgbClr val="4646B9">
              <a:alpha val="100000"/>
            </a:srgbClr>
          </a:solidFill>
          <a:ln w="12700">
            <a:solidFill>
              <a:srgbClr val="000000">
                <a:alpha val="0"/>
              </a:srgbClr>
            </a:solidFill>
          </a:ln>
          <a:effectLst/>
        </p:spPr>
        <p:style>
          <a:lnRef idx="2">
            <a:schemeClr val="accent1"/>
          </a:lnRef>
          <a:fillRef idx="0">
            <a:schemeClr val="accent1"/>
          </a:fillRef>
          <a:effectRef idx="1">
            <a:schemeClr val="accent1"/>
          </a:effectRef>
          <a:fontRef idx="minor">
            <a:schemeClr val="tx1"/>
          </a:fontRef>
        </p:style>
        <p:txBody>
          <a:bodyPr rtlCol="0" anchor="ctr"/>
          <a:lstStyle/>
          <a:p>
            <a:pPr marL="0" marR="0" lvl="0" indent="0" algn="l" defTabSz="913393" rtl="0" eaLnBrk="1" fontAlgn="auto" latinLnBrk="0" hangingPunct="1">
              <a:lnSpc>
                <a:spcPct val="100000"/>
              </a:lnSpc>
              <a:spcBef>
                <a:spcPts val="0"/>
              </a:spcBef>
              <a:spcAft>
                <a:spcPts val="0"/>
              </a:spcAft>
              <a:buClrTx/>
              <a:buSzTx/>
              <a:buFontTx/>
              <a:buNone/>
              <a:tabLst/>
              <a:defRPr/>
            </a:pPr>
            <a:endParaRPr kumimoji="0" lang="en-US" sz="600" b="0" i="0" u="none" strike="noStrike" kern="1200" cap="none" spc="0" normalizeH="0" baseline="0" noProof="0" dirty="0">
              <a:ln>
                <a:noFill/>
              </a:ln>
              <a:solidFill>
                <a:prstClr val="black"/>
              </a:solidFill>
              <a:effectLst/>
              <a:uLnTx/>
              <a:uFillTx/>
              <a:latin typeface="Calibri"/>
              <a:ea typeface="+mn-ea"/>
              <a:cs typeface="Arial" panose="020B0604020202020204" pitchFamily="34" charset="0"/>
            </a:endParaRPr>
          </a:p>
        </p:txBody>
      </p:sp>
      <p:sp>
        <p:nvSpPr>
          <p:cNvPr id="8" name="Footer Placeholder 3">
            <a:extLst>
              <a:ext uri="{FF2B5EF4-FFF2-40B4-BE49-F238E27FC236}">
                <a16:creationId xmlns:a16="http://schemas.microsoft.com/office/drawing/2014/main" id="{6F242E51-DF16-4C1F-A071-C7488362798C}"/>
              </a:ext>
            </a:extLst>
          </p:cNvPr>
          <p:cNvSpPr txBox="1">
            <a:spLocks/>
          </p:cNvSpPr>
          <p:nvPr/>
        </p:nvSpPr>
        <p:spPr>
          <a:xfrm>
            <a:off x="4262618" y="3318894"/>
            <a:ext cx="248256" cy="126751"/>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2700" marR="0" lvl="0" indent="0" algn="l" defTabSz="914400" rtl="0" eaLnBrk="1" fontAlgn="auto" latinLnBrk="0" hangingPunct="1">
              <a:lnSpc>
                <a:spcPts val="675"/>
              </a:lnSpc>
              <a:spcBef>
                <a:spcPts val="0"/>
              </a:spcBef>
              <a:spcAft>
                <a:spcPts val="0"/>
              </a:spcAft>
              <a:buClrTx/>
              <a:buSzTx/>
              <a:buFontTx/>
              <a:buNone/>
              <a:tabLst/>
              <a:defRPr/>
            </a:pPr>
            <a:endParaRPr kumimoji="0" lang="en-IN" sz="600" b="0" i="0" u="none" strike="noStrike" kern="1200" cap="none" spc="-15" normalizeH="0" baseline="0" noProof="0" dirty="0">
              <a:ln>
                <a:noFill/>
              </a:ln>
              <a:solidFill>
                <a:prstClr val="white"/>
              </a:solidFill>
              <a:effectLst/>
              <a:uLnTx/>
              <a:uFillTx/>
              <a:latin typeface="Calibri"/>
              <a:ea typeface="+mn-ea"/>
              <a:cs typeface="Arial"/>
            </a:endParaRPr>
          </a:p>
        </p:txBody>
      </p:sp>
    </p:spTree>
    <p:extLst>
      <p:ext uri="{BB962C8B-B14F-4D97-AF65-F5344CB8AC3E}">
        <p14:creationId xmlns:p14="http://schemas.microsoft.com/office/powerpoint/2010/main" val="121825149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Freeform 20"/>
          <p:cNvSpPr/>
          <p:nvPr/>
        </p:nvSpPr>
        <p:spPr>
          <a:xfrm>
            <a:off x="2378" y="1785"/>
            <a:ext cx="4603757" cy="336543"/>
          </a:xfrm>
          <a:custGeom>
            <a:avLst/>
            <a:gdLst>
              <a:gd name="connsiteX0" fmla="*/ 0 w 2303995"/>
              <a:gd name="connsiteY0" fmla="*/ 140017 h 140017"/>
              <a:gd name="connsiteX1" fmla="*/ 2303995 w 2303995"/>
              <a:gd name="connsiteY1" fmla="*/ 140017 h 140017"/>
              <a:gd name="connsiteX2" fmla="*/ 2303995 w 2303995"/>
              <a:gd name="connsiteY2" fmla="*/ 0 h 140017"/>
              <a:gd name="connsiteX3" fmla="*/ 0 w 2303995"/>
              <a:gd name="connsiteY3" fmla="*/ 0 h 140017"/>
              <a:gd name="connsiteX4" fmla="*/ 0 w 2303995"/>
              <a:gd name="connsiteY4" fmla="*/ 140017 h 1400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03995" h="140017">
                <a:moveTo>
                  <a:pt x="0" y="140017"/>
                </a:moveTo>
                <a:lnTo>
                  <a:pt x="2303995" y="140017"/>
                </a:lnTo>
                <a:lnTo>
                  <a:pt x="2303995" y="0"/>
                </a:lnTo>
                <a:lnTo>
                  <a:pt x="0" y="0"/>
                </a:lnTo>
                <a:lnTo>
                  <a:pt x="0" y="140017"/>
                </a:lnTo>
                <a:close/>
              </a:path>
            </a:pathLst>
          </a:custGeom>
          <a:solidFill>
            <a:srgbClr val="4646B9">
              <a:alpha val="100000"/>
            </a:srgbClr>
          </a:solidFill>
          <a:ln w="12700">
            <a:solidFill>
              <a:srgbClr val="000000">
                <a:alpha val="0"/>
              </a:srgbClr>
            </a:solidFill>
          </a:ln>
          <a:effectLst/>
        </p:spPr>
        <p:style>
          <a:lnRef idx="2">
            <a:schemeClr val="accent1"/>
          </a:lnRef>
          <a:fillRef idx="0">
            <a:schemeClr val="accent1"/>
          </a:fillRef>
          <a:effectRef idx="1">
            <a:schemeClr val="accent1"/>
          </a:effectRef>
          <a:fontRef idx="minor">
            <a:schemeClr val="tx1"/>
          </a:fontRef>
        </p:style>
        <p:txBody>
          <a:bodyPr rtlCol="0" anchor="ctr"/>
          <a:lstStyle/>
          <a:p>
            <a:r>
              <a:rPr lang="en-US" sz="1400" dirty="0">
                <a:solidFill>
                  <a:srgbClr val="FFFFFF"/>
                </a:solidFill>
                <a:latin typeface="Times New Roman" panose="02020603050405020304" pitchFamily="18" charset="0"/>
                <a:cs typeface="Times New Roman" panose="02020603050405020304" pitchFamily="18" charset="0"/>
              </a:rPr>
              <a:t>Risk Management</a:t>
            </a:r>
          </a:p>
        </p:txBody>
      </p:sp>
      <p:sp>
        <p:nvSpPr>
          <p:cNvPr id="25" name="TextBox 25"/>
          <p:cNvSpPr txBox="1"/>
          <p:nvPr/>
        </p:nvSpPr>
        <p:spPr>
          <a:xfrm>
            <a:off x="79179" y="543970"/>
            <a:ext cx="4431695" cy="1523494"/>
          </a:xfrm>
          <a:prstGeom prst="rect">
            <a:avLst/>
          </a:prstGeom>
          <a:noFill/>
        </p:spPr>
        <p:txBody>
          <a:bodyPr wrap="square" lIns="0" tIns="0" rIns="0" bIns="0" rtlCol="0">
            <a:spAutoFit/>
          </a:bodyPr>
          <a:lstStyle/>
          <a:p>
            <a:pPr algn="just"/>
            <a:endParaRPr lang="en-US" sz="1100" dirty="0"/>
          </a:p>
          <a:p>
            <a:pPr marL="171450" indent="-171450" algn="just">
              <a:buFont typeface="Arial" panose="020B0604020202020204" pitchFamily="34" charset="0"/>
              <a:buChar char="•"/>
            </a:pPr>
            <a:r>
              <a:rPr lang="en-US" sz="1100" dirty="0"/>
              <a:t>Even if a risk has a high exposure value, it may not always be worth reducing it if the cost of risk reduction is more than the benefit gained.</a:t>
            </a:r>
          </a:p>
          <a:p>
            <a:pPr marL="171450" indent="-171450" algn="just">
              <a:buFont typeface="Arial" panose="020B0604020202020204" pitchFamily="34" charset="0"/>
              <a:buChar char="•"/>
            </a:pPr>
            <a:endParaRPr lang="en-IN" sz="1100" dirty="0"/>
          </a:p>
          <a:p>
            <a:pPr marL="171450" indent="-171450" algn="just">
              <a:buFont typeface="Arial" panose="020B0604020202020204" pitchFamily="34" charset="0"/>
              <a:buChar char="•"/>
            </a:pPr>
            <a:r>
              <a:rPr lang="en-US" sz="1100" dirty="0"/>
              <a:t>Risk Exposure (RE) = the expected impact of a risk on the project.</a:t>
            </a:r>
            <a:br>
              <a:rPr lang="en-US" sz="1100" dirty="0"/>
            </a:br>
            <a:r>
              <a:rPr lang="en-US" sz="1100" dirty="0"/>
              <a:t>It combines likelihood (how likely the risk is to occur) and impact (the damage/cost if it occurs).</a:t>
            </a:r>
          </a:p>
          <a:p>
            <a:pPr marL="171450" indent="-171450" algn="just">
              <a:buFont typeface="Arial" panose="020B0604020202020204" pitchFamily="34" charset="0"/>
              <a:buChar char="•"/>
            </a:pPr>
            <a:endParaRPr lang="en-US" sz="1100" dirty="0"/>
          </a:p>
          <a:p>
            <a:pPr lvl="1"/>
            <a:r>
              <a:rPr lang="en-US" sz="1100" dirty="0"/>
              <a:t>Risk Exposure (RE)=risk likelihood*risk impact</a:t>
            </a:r>
            <a:endParaRPr lang="en-US" sz="1200" dirty="0"/>
          </a:p>
        </p:txBody>
      </p:sp>
      <p:sp>
        <p:nvSpPr>
          <p:cNvPr id="5" name="Freeform 22">
            <a:extLst>
              <a:ext uri="{FF2B5EF4-FFF2-40B4-BE49-F238E27FC236}">
                <a16:creationId xmlns:a16="http://schemas.microsoft.com/office/drawing/2014/main" id="{60367993-E6D8-4B4C-AC49-FCF20132C713}"/>
              </a:ext>
            </a:extLst>
          </p:cNvPr>
          <p:cNvSpPr/>
          <p:nvPr/>
        </p:nvSpPr>
        <p:spPr>
          <a:xfrm>
            <a:off x="4758" y="3359176"/>
            <a:ext cx="4603755" cy="95027"/>
          </a:xfrm>
          <a:custGeom>
            <a:avLst/>
            <a:gdLst>
              <a:gd name="connsiteX0" fmla="*/ 0 w 1535976"/>
              <a:gd name="connsiteY0" fmla="*/ 109651 h 109651"/>
              <a:gd name="connsiteX1" fmla="*/ 1535976 w 1535976"/>
              <a:gd name="connsiteY1" fmla="*/ 109651 h 109651"/>
              <a:gd name="connsiteX2" fmla="*/ 1535976 w 1535976"/>
              <a:gd name="connsiteY2" fmla="*/ 0 h 109651"/>
              <a:gd name="connsiteX3" fmla="*/ 0 w 1535976"/>
              <a:gd name="connsiteY3" fmla="*/ 0 h 109651"/>
              <a:gd name="connsiteX4" fmla="*/ 0 w 1535976"/>
              <a:gd name="connsiteY4" fmla="*/ 109651 h 1096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35976" h="109651">
                <a:moveTo>
                  <a:pt x="0" y="109651"/>
                </a:moveTo>
                <a:lnTo>
                  <a:pt x="1535976" y="109651"/>
                </a:lnTo>
                <a:lnTo>
                  <a:pt x="1535976" y="0"/>
                </a:lnTo>
                <a:lnTo>
                  <a:pt x="0" y="0"/>
                </a:lnTo>
                <a:lnTo>
                  <a:pt x="0" y="109651"/>
                </a:lnTo>
                <a:close/>
              </a:path>
            </a:pathLst>
          </a:custGeom>
          <a:solidFill>
            <a:srgbClr val="4646B9">
              <a:alpha val="100000"/>
            </a:srgbClr>
          </a:solidFill>
          <a:ln w="12700">
            <a:solidFill>
              <a:srgbClr val="000000">
                <a:alpha val="0"/>
              </a:srgbClr>
            </a:solidFill>
          </a:ln>
          <a:effectLst/>
        </p:spPr>
        <p:style>
          <a:lnRef idx="2">
            <a:schemeClr val="accent1"/>
          </a:lnRef>
          <a:fillRef idx="0">
            <a:schemeClr val="accent1"/>
          </a:fillRef>
          <a:effectRef idx="1">
            <a:schemeClr val="accent1"/>
          </a:effectRef>
          <a:fontRef idx="minor">
            <a:schemeClr val="tx1"/>
          </a:fontRef>
        </p:style>
        <p:txBody>
          <a:bodyPr rtlCol="0" anchor="ctr"/>
          <a:lstStyle/>
          <a:p>
            <a:pPr marL="0" marR="0" lvl="0" indent="0" algn="l" defTabSz="913393" rtl="0" eaLnBrk="1" fontAlgn="auto" latinLnBrk="0" hangingPunct="1">
              <a:lnSpc>
                <a:spcPct val="100000"/>
              </a:lnSpc>
              <a:spcBef>
                <a:spcPts val="0"/>
              </a:spcBef>
              <a:spcAft>
                <a:spcPts val="0"/>
              </a:spcAft>
              <a:buClrTx/>
              <a:buSzTx/>
              <a:buFontTx/>
              <a:buNone/>
              <a:tabLst/>
              <a:defRPr/>
            </a:pPr>
            <a:endParaRPr kumimoji="0" lang="en-US" sz="600" b="0" i="0" u="none" strike="noStrike" kern="1200" cap="none" spc="0" normalizeH="0" baseline="0" noProof="0" dirty="0">
              <a:ln>
                <a:noFill/>
              </a:ln>
              <a:solidFill>
                <a:prstClr val="black"/>
              </a:solidFill>
              <a:effectLst/>
              <a:uLnTx/>
              <a:uFillTx/>
              <a:latin typeface="Calibri"/>
              <a:ea typeface="+mn-ea"/>
              <a:cs typeface="Arial" panose="020B0604020202020204" pitchFamily="34" charset="0"/>
            </a:endParaRPr>
          </a:p>
        </p:txBody>
      </p:sp>
      <p:sp>
        <p:nvSpPr>
          <p:cNvPr id="8" name="Footer Placeholder 3">
            <a:extLst>
              <a:ext uri="{FF2B5EF4-FFF2-40B4-BE49-F238E27FC236}">
                <a16:creationId xmlns:a16="http://schemas.microsoft.com/office/drawing/2014/main" id="{6F242E51-DF16-4C1F-A071-C7488362798C}"/>
              </a:ext>
            </a:extLst>
          </p:cNvPr>
          <p:cNvSpPr txBox="1">
            <a:spLocks/>
          </p:cNvSpPr>
          <p:nvPr/>
        </p:nvSpPr>
        <p:spPr>
          <a:xfrm>
            <a:off x="4262618" y="3318894"/>
            <a:ext cx="248256" cy="126751"/>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2700" marR="0" lvl="0" indent="0" algn="l" defTabSz="914400" rtl="0" eaLnBrk="1" fontAlgn="auto" latinLnBrk="0" hangingPunct="1">
              <a:lnSpc>
                <a:spcPts val="675"/>
              </a:lnSpc>
              <a:spcBef>
                <a:spcPts val="0"/>
              </a:spcBef>
              <a:spcAft>
                <a:spcPts val="0"/>
              </a:spcAft>
              <a:buClrTx/>
              <a:buSzTx/>
              <a:buFontTx/>
              <a:buNone/>
              <a:tabLst/>
              <a:defRPr/>
            </a:pPr>
            <a:endParaRPr kumimoji="0" lang="en-IN" sz="600" b="0" i="0" u="none" strike="noStrike" kern="1200" cap="none" spc="-15" normalizeH="0" baseline="0" noProof="0" dirty="0">
              <a:ln>
                <a:noFill/>
              </a:ln>
              <a:solidFill>
                <a:prstClr val="white"/>
              </a:solidFill>
              <a:effectLst/>
              <a:uLnTx/>
              <a:uFillTx/>
              <a:latin typeface="Calibri"/>
              <a:ea typeface="+mn-ea"/>
              <a:cs typeface="Arial"/>
            </a:endParaRPr>
          </a:p>
        </p:txBody>
      </p:sp>
    </p:spTree>
    <p:extLst>
      <p:ext uri="{BB962C8B-B14F-4D97-AF65-F5344CB8AC3E}">
        <p14:creationId xmlns:p14="http://schemas.microsoft.com/office/powerpoint/2010/main" val="419211827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Freeform 20"/>
          <p:cNvSpPr/>
          <p:nvPr/>
        </p:nvSpPr>
        <p:spPr>
          <a:xfrm>
            <a:off x="2378" y="1785"/>
            <a:ext cx="4603757" cy="336543"/>
          </a:xfrm>
          <a:custGeom>
            <a:avLst/>
            <a:gdLst>
              <a:gd name="connsiteX0" fmla="*/ 0 w 2303995"/>
              <a:gd name="connsiteY0" fmla="*/ 140017 h 140017"/>
              <a:gd name="connsiteX1" fmla="*/ 2303995 w 2303995"/>
              <a:gd name="connsiteY1" fmla="*/ 140017 h 140017"/>
              <a:gd name="connsiteX2" fmla="*/ 2303995 w 2303995"/>
              <a:gd name="connsiteY2" fmla="*/ 0 h 140017"/>
              <a:gd name="connsiteX3" fmla="*/ 0 w 2303995"/>
              <a:gd name="connsiteY3" fmla="*/ 0 h 140017"/>
              <a:gd name="connsiteX4" fmla="*/ 0 w 2303995"/>
              <a:gd name="connsiteY4" fmla="*/ 140017 h 1400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03995" h="140017">
                <a:moveTo>
                  <a:pt x="0" y="140017"/>
                </a:moveTo>
                <a:lnTo>
                  <a:pt x="2303995" y="140017"/>
                </a:lnTo>
                <a:lnTo>
                  <a:pt x="2303995" y="0"/>
                </a:lnTo>
                <a:lnTo>
                  <a:pt x="0" y="0"/>
                </a:lnTo>
                <a:lnTo>
                  <a:pt x="0" y="140017"/>
                </a:lnTo>
                <a:close/>
              </a:path>
            </a:pathLst>
          </a:custGeom>
          <a:solidFill>
            <a:srgbClr val="4646B9">
              <a:alpha val="100000"/>
            </a:srgbClr>
          </a:solidFill>
          <a:ln w="12700">
            <a:solidFill>
              <a:srgbClr val="000000">
                <a:alpha val="0"/>
              </a:srgbClr>
            </a:solidFill>
          </a:ln>
          <a:effectLst/>
        </p:spPr>
        <p:style>
          <a:lnRef idx="2">
            <a:schemeClr val="accent1"/>
          </a:lnRef>
          <a:fillRef idx="0">
            <a:schemeClr val="accent1"/>
          </a:fillRef>
          <a:effectRef idx="1">
            <a:schemeClr val="accent1"/>
          </a:effectRef>
          <a:fontRef idx="minor">
            <a:schemeClr val="tx1"/>
          </a:fontRef>
        </p:style>
        <p:txBody>
          <a:bodyPr rtlCol="0" anchor="ctr"/>
          <a:lstStyle/>
          <a:p>
            <a:r>
              <a:rPr lang="en-US" sz="1400" dirty="0">
                <a:solidFill>
                  <a:srgbClr val="FFFFFF"/>
                </a:solidFill>
                <a:latin typeface="Times New Roman" panose="02020603050405020304" pitchFamily="18" charset="0"/>
                <a:cs typeface="Times New Roman" panose="02020603050405020304" pitchFamily="18" charset="0"/>
              </a:rPr>
              <a:t>Risk Management</a:t>
            </a:r>
          </a:p>
        </p:txBody>
      </p:sp>
      <p:sp>
        <p:nvSpPr>
          <p:cNvPr id="25" name="TextBox 25"/>
          <p:cNvSpPr txBox="1"/>
          <p:nvPr/>
        </p:nvSpPr>
        <p:spPr>
          <a:xfrm>
            <a:off x="79179" y="543970"/>
            <a:ext cx="4431695" cy="2031325"/>
          </a:xfrm>
          <a:prstGeom prst="rect">
            <a:avLst/>
          </a:prstGeom>
          <a:noFill/>
        </p:spPr>
        <p:txBody>
          <a:bodyPr wrap="square" lIns="0" tIns="0" rIns="0" bIns="0" rtlCol="0">
            <a:spAutoFit/>
          </a:bodyPr>
          <a:lstStyle/>
          <a:p>
            <a:pPr marL="171450" indent="-171450" algn="just">
              <a:buFont typeface="Arial" panose="020B0604020202020204" pitchFamily="34" charset="0"/>
              <a:buChar char="•"/>
            </a:pPr>
            <a:endParaRPr lang="en-US" sz="1100" dirty="0"/>
          </a:p>
          <a:p>
            <a:pPr marL="171450" indent="-171450" algn="just">
              <a:buFont typeface="Arial" panose="020B0604020202020204" pitchFamily="34" charset="0"/>
              <a:buChar char="•"/>
            </a:pPr>
            <a:r>
              <a:rPr lang="en-US" sz="1100" dirty="0"/>
              <a:t>Even if a risk has a high exposure value, it may not always be worth reducing it if the cost of risk reduction is more than the benefit gained.</a:t>
            </a:r>
          </a:p>
          <a:p>
            <a:pPr marL="171450" indent="-171450" algn="just">
              <a:buFont typeface="Arial" panose="020B0604020202020204" pitchFamily="34" charset="0"/>
              <a:buChar char="•"/>
            </a:pPr>
            <a:r>
              <a:rPr lang="en-US" sz="1100" dirty="0"/>
              <a:t>That’s why we use the Risk Reduction Leverage (RRL) formula:</a:t>
            </a:r>
          </a:p>
          <a:p>
            <a:r>
              <a:rPr lang="en-US" sz="1100" dirty="0"/>
              <a:t>        RRL=(</a:t>
            </a:r>
            <a:r>
              <a:rPr lang="en-US" sz="1100" dirty="0" err="1"/>
              <a:t>REbefore−REafter</a:t>
            </a:r>
            <a:r>
              <a:rPr lang="en-US" sz="1100" dirty="0"/>
              <a:t>)/Risk Reduction cost</a:t>
            </a:r>
          </a:p>
          <a:p>
            <a:endParaRPr lang="en-US" sz="1100" b="1" dirty="0"/>
          </a:p>
          <a:p>
            <a:r>
              <a:rPr lang="en-US" sz="1100" b="1" dirty="0"/>
              <a:t>Interpretation</a:t>
            </a:r>
            <a:r>
              <a:rPr lang="en-US" sz="1100" dirty="0"/>
              <a:t>:</a:t>
            </a:r>
          </a:p>
          <a:p>
            <a:endParaRPr lang="en-US" sz="1100" dirty="0"/>
          </a:p>
          <a:p>
            <a:r>
              <a:rPr lang="en-US" sz="1100" dirty="0"/>
              <a:t>If RRL &gt; 1, the benefit of reducing the risk is greater than the cost, so it’s worth implementing the action.</a:t>
            </a:r>
          </a:p>
          <a:p>
            <a:r>
              <a:rPr lang="en-US" sz="1100" dirty="0"/>
              <a:t>If RRL &lt; 1, the cost of action is more than the benefit, so it may not be worth it.</a:t>
            </a:r>
          </a:p>
        </p:txBody>
      </p:sp>
      <p:sp>
        <p:nvSpPr>
          <p:cNvPr id="5" name="Freeform 22">
            <a:extLst>
              <a:ext uri="{FF2B5EF4-FFF2-40B4-BE49-F238E27FC236}">
                <a16:creationId xmlns:a16="http://schemas.microsoft.com/office/drawing/2014/main" id="{60367993-E6D8-4B4C-AC49-FCF20132C713}"/>
              </a:ext>
            </a:extLst>
          </p:cNvPr>
          <p:cNvSpPr/>
          <p:nvPr/>
        </p:nvSpPr>
        <p:spPr>
          <a:xfrm>
            <a:off x="4758" y="3366796"/>
            <a:ext cx="4603755" cy="95027"/>
          </a:xfrm>
          <a:custGeom>
            <a:avLst/>
            <a:gdLst>
              <a:gd name="connsiteX0" fmla="*/ 0 w 1535976"/>
              <a:gd name="connsiteY0" fmla="*/ 109651 h 109651"/>
              <a:gd name="connsiteX1" fmla="*/ 1535976 w 1535976"/>
              <a:gd name="connsiteY1" fmla="*/ 109651 h 109651"/>
              <a:gd name="connsiteX2" fmla="*/ 1535976 w 1535976"/>
              <a:gd name="connsiteY2" fmla="*/ 0 h 109651"/>
              <a:gd name="connsiteX3" fmla="*/ 0 w 1535976"/>
              <a:gd name="connsiteY3" fmla="*/ 0 h 109651"/>
              <a:gd name="connsiteX4" fmla="*/ 0 w 1535976"/>
              <a:gd name="connsiteY4" fmla="*/ 109651 h 1096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35976" h="109651">
                <a:moveTo>
                  <a:pt x="0" y="109651"/>
                </a:moveTo>
                <a:lnTo>
                  <a:pt x="1535976" y="109651"/>
                </a:lnTo>
                <a:lnTo>
                  <a:pt x="1535976" y="0"/>
                </a:lnTo>
                <a:lnTo>
                  <a:pt x="0" y="0"/>
                </a:lnTo>
                <a:lnTo>
                  <a:pt x="0" y="109651"/>
                </a:lnTo>
                <a:close/>
              </a:path>
            </a:pathLst>
          </a:custGeom>
          <a:solidFill>
            <a:srgbClr val="4646B9">
              <a:alpha val="100000"/>
            </a:srgbClr>
          </a:solidFill>
          <a:ln w="12700">
            <a:solidFill>
              <a:srgbClr val="000000">
                <a:alpha val="0"/>
              </a:srgbClr>
            </a:solidFill>
          </a:ln>
          <a:effectLst/>
        </p:spPr>
        <p:style>
          <a:lnRef idx="2">
            <a:schemeClr val="accent1"/>
          </a:lnRef>
          <a:fillRef idx="0">
            <a:schemeClr val="accent1"/>
          </a:fillRef>
          <a:effectRef idx="1">
            <a:schemeClr val="accent1"/>
          </a:effectRef>
          <a:fontRef idx="minor">
            <a:schemeClr val="tx1"/>
          </a:fontRef>
        </p:style>
        <p:txBody>
          <a:bodyPr rtlCol="0" anchor="ctr"/>
          <a:lstStyle/>
          <a:p>
            <a:pPr marL="0" marR="0" lvl="0" indent="0" algn="l" defTabSz="913393" rtl="0" eaLnBrk="1" fontAlgn="auto" latinLnBrk="0" hangingPunct="1">
              <a:lnSpc>
                <a:spcPct val="100000"/>
              </a:lnSpc>
              <a:spcBef>
                <a:spcPts val="0"/>
              </a:spcBef>
              <a:spcAft>
                <a:spcPts val="0"/>
              </a:spcAft>
              <a:buClrTx/>
              <a:buSzTx/>
              <a:buFontTx/>
              <a:buNone/>
              <a:tabLst/>
              <a:defRPr/>
            </a:pPr>
            <a:endParaRPr kumimoji="0" lang="en-US" sz="600" b="0" i="0" u="none" strike="noStrike" kern="1200" cap="none" spc="0" normalizeH="0" baseline="0" noProof="0" dirty="0">
              <a:ln>
                <a:noFill/>
              </a:ln>
              <a:solidFill>
                <a:prstClr val="black"/>
              </a:solidFill>
              <a:effectLst/>
              <a:uLnTx/>
              <a:uFillTx/>
              <a:latin typeface="Calibri"/>
              <a:ea typeface="+mn-ea"/>
              <a:cs typeface="Arial" panose="020B0604020202020204" pitchFamily="34" charset="0"/>
            </a:endParaRPr>
          </a:p>
        </p:txBody>
      </p:sp>
      <p:sp>
        <p:nvSpPr>
          <p:cNvPr id="8" name="Footer Placeholder 3">
            <a:extLst>
              <a:ext uri="{FF2B5EF4-FFF2-40B4-BE49-F238E27FC236}">
                <a16:creationId xmlns:a16="http://schemas.microsoft.com/office/drawing/2014/main" id="{6F242E51-DF16-4C1F-A071-C7488362798C}"/>
              </a:ext>
            </a:extLst>
          </p:cNvPr>
          <p:cNvSpPr txBox="1">
            <a:spLocks/>
          </p:cNvSpPr>
          <p:nvPr/>
        </p:nvSpPr>
        <p:spPr>
          <a:xfrm>
            <a:off x="4262618" y="3318894"/>
            <a:ext cx="248256" cy="126751"/>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2700" marR="0" lvl="0" indent="0" algn="l" defTabSz="914400" rtl="0" eaLnBrk="1" fontAlgn="auto" latinLnBrk="0" hangingPunct="1">
              <a:lnSpc>
                <a:spcPts val="675"/>
              </a:lnSpc>
              <a:spcBef>
                <a:spcPts val="0"/>
              </a:spcBef>
              <a:spcAft>
                <a:spcPts val="0"/>
              </a:spcAft>
              <a:buClrTx/>
              <a:buSzTx/>
              <a:buFontTx/>
              <a:buNone/>
              <a:tabLst/>
              <a:defRPr/>
            </a:pPr>
            <a:endParaRPr kumimoji="0" lang="en-IN" sz="600" b="0" i="0" u="none" strike="noStrike" kern="1200" cap="none" spc="-15" normalizeH="0" baseline="0" noProof="0" dirty="0">
              <a:ln>
                <a:noFill/>
              </a:ln>
              <a:solidFill>
                <a:prstClr val="white"/>
              </a:solidFill>
              <a:effectLst/>
              <a:uLnTx/>
              <a:uFillTx/>
              <a:latin typeface="Calibri"/>
              <a:ea typeface="+mn-ea"/>
              <a:cs typeface="Arial"/>
            </a:endParaRPr>
          </a:p>
        </p:txBody>
      </p:sp>
    </p:spTree>
    <p:extLst>
      <p:ext uri="{BB962C8B-B14F-4D97-AF65-F5344CB8AC3E}">
        <p14:creationId xmlns:p14="http://schemas.microsoft.com/office/powerpoint/2010/main" val="115594407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Freeform 20"/>
          <p:cNvSpPr/>
          <p:nvPr/>
        </p:nvSpPr>
        <p:spPr>
          <a:xfrm>
            <a:off x="2378" y="1785"/>
            <a:ext cx="4603757" cy="336543"/>
          </a:xfrm>
          <a:custGeom>
            <a:avLst/>
            <a:gdLst>
              <a:gd name="connsiteX0" fmla="*/ 0 w 2303995"/>
              <a:gd name="connsiteY0" fmla="*/ 140017 h 140017"/>
              <a:gd name="connsiteX1" fmla="*/ 2303995 w 2303995"/>
              <a:gd name="connsiteY1" fmla="*/ 140017 h 140017"/>
              <a:gd name="connsiteX2" fmla="*/ 2303995 w 2303995"/>
              <a:gd name="connsiteY2" fmla="*/ 0 h 140017"/>
              <a:gd name="connsiteX3" fmla="*/ 0 w 2303995"/>
              <a:gd name="connsiteY3" fmla="*/ 0 h 140017"/>
              <a:gd name="connsiteX4" fmla="*/ 0 w 2303995"/>
              <a:gd name="connsiteY4" fmla="*/ 140017 h 1400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03995" h="140017">
                <a:moveTo>
                  <a:pt x="0" y="140017"/>
                </a:moveTo>
                <a:lnTo>
                  <a:pt x="2303995" y="140017"/>
                </a:lnTo>
                <a:lnTo>
                  <a:pt x="2303995" y="0"/>
                </a:lnTo>
                <a:lnTo>
                  <a:pt x="0" y="0"/>
                </a:lnTo>
                <a:lnTo>
                  <a:pt x="0" y="140017"/>
                </a:lnTo>
                <a:close/>
              </a:path>
            </a:pathLst>
          </a:custGeom>
          <a:solidFill>
            <a:srgbClr val="4646B9">
              <a:alpha val="100000"/>
            </a:srgbClr>
          </a:solidFill>
          <a:ln w="12700">
            <a:solidFill>
              <a:srgbClr val="000000">
                <a:alpha val="0"/>
              </a:srgbClr>
            </a:solidFill>
          </a:ln>
          <a:effectLst/>
        </p:spPr>
        <p:style>
          <a:lnRef idx="2">
            <a:schemeClr val="accent1"/>
          </a:lnRef>
          <a:fillRef idx="0">
            <a:schemeClr val="accent1"/>
          </a:fillRef>
          <a:effectRef idx="1">
            <a:schemeClr val="accent1"/>
          </a:effectRef>
          <a:fontRef idx="minor">
            <a:schemeClr val="tx1"/>
          </a:fontRef>
        </p:style>
        <p:txBody>
          <a:bodyPr rtlCol="0" anchor="ctr"/>
          <a:lstStyle/>
          <a:p>
            <a:r>
              <a:rPr lang="en-US" sz="1400" dirty="0">
                <a:solidFill>
                  <a:srgbClr val="FFFFFF"/>
                </a:solidFill>
                <a:latin typeface="Times New Roman" panose="02020603050405020304" pitchFamily="18" charset="0"/>
                <a:cs typeface="Times New Roman" panose="02020603050405020304" pitchFamily="18" charset="0"/>
              </a:rPr>
              <a:t>Risk Management</a:t>
            </a:r>
          </a:p>
        </p:txBody>
      </p:sp>
      <p:sp>
        <p:nvSpPr>
          <p:cNvPr id="25" name="TextBox 25"/>
          <p:cNvSpPr txBox="1"/>
          <p:nvPr/>
        </p:nvSpPr>
        <p:spPr>
          <a:xfrm>
            <a:off x="79179" y="543970"/>
            <a:ext cx="4431695" cy="1354217"/>
          </a:xfrm>
          <a:prstGeom prst="rect">
            <a:avLst/>
          </a:prstGeom>
          <a:noFill/>
        </p:spPr>
        <p:txBody>
          <a:bodyPr wrap="square" lIns="0" tIns="0" rIns="0" bIns="0" rtlCol="0">
            <a:spAutoFit/>
          </a:bodyPr>
          <a:lstStyle/>
          <a:p>
            <a:pPr algn="just"/>
            <a:r>
              <a:rPr lang="en-US" sz="1100" b="1" dirty="0"/>
              <a:t>Example</a:t>
            </a:r>
          </a:p>
          <a:p>
            <a:pPr marL="171450" indent="-171450" algn="just">
              <a:buFont typeface="Arial" panose="020B0604020202020204" pitchFamily="34" charset="0"/>
              <a:buChar char="•"/>
            </a:pPr>
            <a:endParaRPr lang="en-US" sz="1100" dirty="0"/>
          </a:p>
          <a:p>
            <a:pPr marL="171450" indent="-171450">
              <a:buFont typeface="Arial" panose="020B0604020202020204" pitchFamily="34" charset="0"/>
              <a:buChar char="•"/>
            </a:pPr>
            <a:r>
              <a:rPr lang="en-US" sz="1100" dirty="0"/>
              <a:t>A project risk could cost </a:t>
            </a:r>
            <a:r>
              <a:rPr lang="en-US" sz="1100" b="1" dirty="0"/>
              <a:t>$50,000</a:t>
            </a:r>
            <a:r>
              <a:rPr lang="en-US" sz="1100" dirty="0"/>
              <a:t> if it occurs.</a:t>
            </a:r>
          </a:p>
          <a:p>
            <a:pPr marL="171450" indent="-171450">
              <a:buFont typeface="Arial" panose="020B0604020202020204" pitchFamily="34" charset="0"/>
              <a:buChar char="•"/>
            </a:pPr>
            <a:r>
              <a:rPr lang="en-US" sz="1100" dirty="0"/>
              <a:t>By spending </a:t>
            </a:r>
            <a:r>
              <a:rPr lang="en-US" sz="1100" b="1" dirty="0"/>
              <a:t>$10,000</a:t>
            </a:r>
            <a:r>
              <a:rPr lang="en-US" sz="1100" dirty="0"/>
              <a:t> on preventive measures, you can reduce the risk exposure to </a:t>
            </a:r>
            <a:r>
              <a:rPr lang="en-US" sz="1100" b="1" dirty="0"/>
              <a:t>$15,000</a:t>
            </a:r>
            <a:r>
              <a:rPr lang="en-US" sz="1100" dirty="0"/>
              <a:t>.</a:t>
            </a:r>
          </a:p>
          <a:p>
            <a:pPr marL="171450" indent="-171450">
              <a:buFont typeface="Arial" panose="020B0604020202020204" pitchFamily="34" charset="0"/>
              <a:buChar char="•"/>
            </a:pPr>
            <a:r>
              <a:rPr lang="en-US" sz="1100" dirty="0"/>
              <a:t>RRL=(50,000−15,000</a:t>
            </a:r>
            <a:r>
              <a:rPr lang="en-US" sz="1100"/>
              <a:t>)/10,000=3.5  </a:t>
            </a:r>
            <a:endParaRPr lang="en-US" sz="1100" dirty="0"/>
          </a:p>
          <a:p>
            <a:pPr marL="171450" indent="-171450">
              <a:buFont typeface="Arial" panose="020B0604020202020204" pitchFamily="34" charset="0"/>
              <a:buChar char="•"/>
            </a:pPr>
            <a:r>
              <a:rPr lang="en-US" sz="1100" dirty="0"/>
              <a:t>Since 3.5 &gt; 1, the reduction is worth it.</a:t>
            </a:r>
          </a:p>
          <a:p>
            <a:pPr marL="171450" indent="-171450" algn="just">
              <a:buFont typeface="Arial" panose="020B0604020202020204" pitchFamily="34" charset="0"/>
              <a:buChar char="•"/>
            </a:pPr>
            <a:endParaRPr lang="en-US" sz="1100" dirty="0"/>
          </a:p>
        </p:txBody>
      </p:sp>
      <p:sp>
        <p:nvSpPr>
          <p:cNvPr id="5" name="Freeform 22">
            <a:extLst>
              <a:ext uri="{FF2B5EF4-FFF2-40B4-BE49-F238E27FC236}">
                <a16:creationId xmlns:a16="http://schemas.microsoft.com/office/drawing/2014/main" id="{60367993-E6D8-4B4C-AC49-FCF20132C713}"/>
              </a:ext>
            </a:extLst>
          </p:cNvPr>
          <p:cNvSpPr/>
          <p:nvPr/>
        </p:nvSpPr>
        <p:spPr>
          <a:xfrm>
            <a:off x="4758" y="3366796"/>
            <a:ext cx="4603755" cy="95027"/>
          </a:xfrm>
          <a:custGeom>
            <a:avLst/>
            <a:gdLst>
              <a:gd name="connsiteX0" fmla="*/ 0 w 1535976"/>
              <a:gd name="connsiteY0" fmla="*/ 109651 h 109651"/>
              <a:gd name="connsiteX1" fmla="*/ 1535976 w 1535976"/>
              <a:gd name="connsiteY1" fmla="*/ 109651 h 109651"/>
              <a:gd name="connsiteX2" fmla="*/ 1535976 w 1535976"/>
              <a:gd name="connsiteY2" fmla="*/ 0 h 109651"/>
              <a:gd name="connsiteX3" fmla="*/ 0 w 1535976"/>
              <a:gd name="connsiteY3" fmla="*/ 0 h 109651"/>
              <a:gd name="connsiteX4" fmla="*/ 0 w 1535976"/>
              <a:gd name="connsiteY4" fmla="*/ 109651 h 1096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35976" h="109651">
                <a:moveTo>
                  <a:pt x="0" y="109651"/>
                </a:moveTo>
                <a:lnTo>
                  <a:pt x="1535976" y="109651"/>
                </a:lnTo>
                <a:lnTo>
                  <a:pt x="1535976" y="0"/>
                </a:lnTo>
                <a:lnTo>
                  <a:pt x="0" y="0"/>
                </a:lnTo>
                <a:lnTo>
                  <a:pt x="0" y="109651"/>
                </a:lnTo>
                <a:close/>
              </a:path>
            </a:pathLst>
          </a:custGeom>
          <a:solidFill>
            <a:srgbClr val="4646B9">
              <a:alpha val="100000"/>
            </a:srgbClr>
          </a:solidFill>
          <a:ln w="12700">
            <a:solidFill>
              <a:srgbClr val="000000">
                <a:alpha val="0"/>
              </a:srgbClr>
            </a:solidFill>
          </a:ln>
          <a:effectLst/>
        </p:spPr>
        <p:style>
          <a:lnRef idx="2">
            <a:schemeClr val="accent1"/>
          </a:lnRef>
          <a:fillRef idx="0">
            <a:schemeClr val="accent1"/>
          </a:fillRef>
          <a:effectRef idx="1">
            <a:schemeClr val="accent1"/>
          </a:effectRef>
          <a:fontRef idx="minor">
            <a:schemeClr val="tx1"/>
          </a:fontRef>
        </p:style>
        <p:txBody>
          <a:bodyPr rtlCol="0" anchor="ctr"/>
          <a:lstStyle/>
          <a:p>
            <a:pPr marL="0" marR="0" lvl="0" indent="0" algn="l" defTabSz="913393" rtl="0" eaLnBrk="1" fontAlgn="auto" latinLnBrk="0" hangingPunct="1">
              <a:lnSpc>
                <a:spcPct val="100000"/>
              </a:lnSpc>
              <a:spcBef>
                <a:spcPts val="0"/>
              </a:spcBef>
              <a:spcAft>
                <a:spcPts val="0"/>
              </a:spcAft>
              <a:buClrTx/>
              <a:buSzTx/>
              <a:buFontTx/>
              <a:buNone/>
              <a:tabLst/>
              <a:defRPr/>
            </a:pPr>
            <a:endParaRPr kumimoji="0" lang="en-US" sz="600" b="0" i="0" u="none" strike="noStrike" kern="1200" cap="none" spc="0" normalizeH="0" baseline="0" noProof="0" dirty="0">
              <a:ln>
                <a:noFill/>
              </a:ln>
              <a:solidFill>
                <a:prstClr val="black"/>
              </a:solidFill>
              <a:effectLst/>
              <a:uLnTx/>
              <a:uFillTx/>
              <a:latin typeface="Calibri"/>
              <a:ea typeface="+mn-ea"/>
              <a:cs typeface="Arial" panose="020B0604020202020204" pitchFamily="34" charset="0"/>
            </a:endParaRPr>
          </a:p>
        </p:txBody>
      </p:sp>
      <p:sp>
        <p:nvSpPr>
          <p:cNvPr id="8" name="Footer Placeholder 3">
            <a:extLst>
              <a:ext uri="{FF2B5EF4-FFF2-40B4-BE49-F238E27FC236}">
                <a16:creationId xmlns:a16="http://schemas.microsoft.com/office/drawing/2014/main" id="{6F242E51-DF16-4C1F-A071-C7488362798C}"/>
              </a:ext>
            </a:extLst>
          </p:cNvPr>
          <p:cNvSpPr txBox="1">
            <a:spLocks/>
          </p:cNvSpPr>
          <p:nvPr/>
        </p:nvSpPr>
        <p:spPr>
          <a:xfrm>
            <a:off x="4262618" y="3318894"/>
            <a:ext cx="248256" cy="126751"/>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2700" marR="0" lvl="0" indent="0" algn="l" defTabSz="914400" rtl="0" eaLnBrk="1" fontAlgn="auto" latinLnBrk="0" hangingPunct="1">
              <a:lnSpc>
                <a:spcPts val="675"/>
              </a:lnSpc>
              <a:spcBef>
                <a:spcPts val="0"/>
              </a:spcBef>
              <a:spcAft>
                <a:spcPts val="0"/>
              </a:spcAft>
              <a:buClrTx/>
              <a:buSzTx/>
              <a:buFontTx/>
              <a:buNone/>
              <a:tabLst/>
              <a:defRPr/>
            </a:pPr>
            <a:endParaRPr kumimoji="0" lang="en-IN" sz="600" b="0" i="0" u="none" strike="noStrike" kern="1200" cap="none" spc="-15" normalizeH="0" baseline="0" noProof="0" dirty="0">
              <a:ln>
                <a:noFill/>
              </a:ln>
              <a:solidFill>
                <a:prstClr val="white"/>
              </a:solidFill>
              <a:effectLst/>
              <a:uLnTx/>
              <a:uFillTx/>
              <a:latin typeface="Calibri"/>
              <a:ea typeface="+mn-ea"/>
              <a:cs typeface="Arial"/>
            </a:endParaRPr>
          </a:p>
        </p:txBody>
      </p:sp>
    </p:spTree>
    <p:extLst>
      <p:ext uri="{BB962C8B-B14F-4D97-AF65-F5344CB8AC3E}">
        <p14:creationId xmlns:p14="http://schemas.microsoft.com/office/powerpoint/2010/main" val="398423214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Freeform 20"/>
          <p:cNvSpPr/>
          <p:nvPr/>
        </p:nvSpPr>
        <p:spPr>
          <a:xfrm>
            <a:off x="2378" y="1785"/>
            <a:ext cx="4603757" cy="336543"/>
          </a:xfrm>
          <a:custGeom>
            <a:avLst/>
            <a:gdLst>
              <a:gd name="connsiteX0" fmla="*/ 0 w 2303995"/>
              <a:gd name="connsiteY0" fmla="*/ 140017 h 140017"/>
              <a:gd name="connsiteX1" fmla="*/ 2303995 w 2303995"/>
              <a:gd name="connsiteY1" fmla="*/ 140017 h 140017"/>
              <a:gd name="connsiteX2" fmla="*/ 2303995 w 2303995"/>
              <a:gd name="connsiteY2" fmla="*/ 0 h 140017"/>
              <a:gd name="connsiteX3" fmla="*/ 0 w 2303995"/>
              <a:gd name="connsiteY3" fmla="*/ 0 h 140017"/>
              <a:gd name="connsiteX4" fmla="*/ 0 w 2303995"/>
              <a:gd name="connsiteY4" fmla="*/ 140017 h 1400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03995" h="140017">
                <a:moveTo>
                  <a:pt x="0" y="140017"/>
                </a:moveTo>
                <a:lnTo>
                  <a:pt x="2303995" y="140017"/>
                </a:lnTo>
                <a:lnTo>
                  <a:pt x="2303995" y="0"/>
                </a:lnTo>
                <a:lnTo>
                  <a:pt x="0" y="0"/>
                </a:lnTo>
                <a:lnTo>
                  <a:pt x="0" y="140017"/>
                </a:lnTo>
                <a:close/>
              </a:path>
            </a:pathLst>
          </a:custGeom>
          <a:solidFill>
            <a:srgbClr val="4646B9">
              <a:alpha val="100000"/>
            </a:srgbClr>
          </a:solidFill>
          <a:ln w="12700">
            <a:solidFill>
              <a:srgbClr val="000000">
                <a:alpha val="0"/>
              </a:srgbClr>
            </a:solidFill>
          </a:ln>
          <a:effectLst/>
        </p:spPr>
        <p:style>
          <a:lnRef idx="2">
            <a:schemeClr val="accent1"/>
          </a:lnRef>
          <a:fillRef idx="0">
            <a:schemeClr val="accent1"/>
          </a:fillRef>
          <a:effectRef idx="1">
            <a:schemeClr val="accent1"/>
          </a:effectRef>
          <a:fontRef idx="minor">
            <a:schemeClr val="tx1"/>
          </a:fontRef>
        </p:style>
        <p:txBody>
          <a:bodyPr rtlCol="0" anchor="ctr"/>
          <a:lstStyle/>
          <a:p>
            <a:r>
              <a:rPr lang="en-US" sz="1400" dirty="0">
                <a:solidFill>
                  <a:srgbClr val="FFFFFF"/>
                </a:solidFill>
                <a:latin typeface="Times New Roman" panose="02020603050405020304" pitchFamily="18" charset="0"/>
                <a:cs typeface="Times New Roman" panose="02020603050405020304" pitchFamily="18" charset="0"/>
              </a:rPr>
              <a:t>Risk Management</a:t>
            </a:r>
          </a:p>
        </p:txBody>
      </p:sp>
      <p:sp>
        <p:nvSpPr>
          <p:cNvPr id="25" name="TextBox 25"/>
          <p:cNvSpPr txBox="1"/>
          <p:nvPr/>
        </p:nvSpPr>
        <p:spPr>
          <a:xfrm>
            <a:off x="79179" y="543970"/>
            <a:ext cx="4431695" cy="2708434"/>
          </a:xfrm>
          <a:prstGeom prst="rect">
            <a:avLst/>
          </a:prstGeom>
          <a:noFill/>
        </p:spPr>
        <p:txBody>
          <a:bodyPr wrap="square" lIns="0" tIns="0" rIns="0" bIns="0" rtlCol="0">
            <a:spAutoFit/>
          </a:bodyPr>
          <a:lstStyle/>
          <a:p>
            <a:pPr algn="just"/>
            <a:r>
              <a:rPr lang="en-US" sz="1100" b="1" dirty="0"/>
              <a:t>Creating and maintaining the risk register</a:t>
            </a:r>
          </a:p>
          <a:p>
            <a:pPr algn="just"/>
            <a:r>
              <a:rPr lang="en-US" sz="1100" dirty="0"/>
              <a:t>Risk Register Page</a:t>
            </a:r>
          </a:p>
          <a:p>
            <a:pPr algn="just"/>
            <a:endParaRPr lang="en-US" sz="1100" dirty="0"/>
          </a:p>
          <a:p>
            <a:pPr algn="just"/>
            <a:r>
              <a:rPr lang="en-US" sz="1100" dirty="0"/>
              <a:t>Risk Record</a:t>
            </a:r>
          </a:p>
          <a:p>
            <a:pPr marL="628650" lvl="1" indent="-171450" algn="just">
              <a:buFont typeface="Arial" panose="020B0604020202020204" pitchFamily="34" charset="0"/>
              <a:buChar char="•"/>
            </a:pPr>
            <a:r>
              <a:rPr lang="en-US" sz="1100" dirty="0"/>
              <a:t>Risk Id, Risk Title, Owner, Date Raised, Status</a:t>
            </a:r>
          </a:p>
          <a:p>
            <a:pPr marL="171450" indent="-171450" algn="just">
              <a:buFont typeface="Arial" panose="020B0604020202020204" pitchFamily="34" charset="0"/>
              <a:buChar char="•"/>
            </a:pPr>
            <a:endParaRPr lang="en-US" sz="1100" dirty="0"/>
          </a:p>
          <a:p>
            <a:pPr algn="just"/>
            <a:r>
              <a:rPr lang="en-US" sz="1100" dirty="0"/>
              <a:t>Risk Description</a:t>
            </a:r>
          </a:p>
          <a:p>
            <a:pPr algn="just"/>
            <a:endParaRPr lang="en-US" sz="1100" dirty="0"/>
          </a:p>
          <a:p>
            <a:pPr algn="just"/>
            <a:r>
              <a:rPr lang="en-US" sz="1100" dirty="0"/>
              <a:t>Impact Description</a:t>
            </a:r>
          </a:p>
          <a:p>
            <a:pPr algn="just"/>
            <a:endParaRPr lang="en-US" sz="1100" dirty="0"/>
          </a:p>
          <a:p>
            <a:pPr algn="just"/>
            <a:r>
              <a:rPr lang="en-US" sz="1100" dirty="0"/>
              <a:t>Recommended Risk Mitigation</a:t>
            </a:r>
          </a:p>
          <a:p>
            <a:pPr algn="just"/>
            <a:endParaRPr lang="en-US" sz="1100" dirty="0"/>
          </a:p>
          <a:p>
            <a:pPr algn="just"/>
            <a:r>
              <a:rPr lang="en-US" sz="1100" dirty="0"/>
              <a:t>Probability/ Impact Values</a:t>
            </a:r>
          </a:p>
          <a:p>
            <a:pPr algn="just"/>
            <a:endParaRPr lang="en-US" sz="1100" dirty="0"/>
          </a:p>
          <a:p>
            <a:pPr algn="just"/>
            <a:r>
              <a:rPr lang="en-US" sz="1100" dirty="0"/>
              <a:t>Action history </a:t>
            </a:r>
          </a:p>
          <a:p>
            <a:pPr marL="628650" lvl="1" indent="-171450" algn="just">
              <a:buFont typeface="Arial" panose="020B0604020202020204" pitchFamily="34" charset="0"/>
              <a:buChar char="•"/>
            </a:pPr>
            <a:r>
              <a:rPr lang="en-US" sz="1100" dirty="0"/>
              <a:t>Date, Action, Actor, Outcome</a:t>
            </a:r>
          </a:p>
        </p:txBody>
      </p:sp>
      <p:sp>
        <p:nvSpPr>
          <p:cNvPr id="5" name="Freeform 22">
            <a:extLst>
              <a:ext uri="{FF2B5EF4-FFF2-40B4-BE49-F238E27FC236}">
                <a16:creationId xmlns:a16="http://schemas.microsoft.com/office/drawing/2014/main" id="{60367993-E6D8-4B4C-AC49-FCF20132C713}"/>
              </a:ext>
            </a:extLst>
          </p:cNvPr>
          <p:cNvSpPr/>
          <p:nvPr/>
        </p:nvSpPr>
        <p:spPr>
          <a:xfrm>
            <a:off x="4758" y="3366796"/>
            <a:ext cx="4603755" cy="95027"/>
          </a:xfrm>
          <a:custGeom>
            <a:avLst/>
            <a:gdLst>
              <a:gd name="connsiteX0" fmla="*/ 0 w 1535976"/>
              <a:gd name="connsiteY0" fmla="*/ 109651 h 109651"/>
              <a:gd name="connsiteX1" fmla="*/ 1535976 w 1535976"/>
              <a:gd name="connsiteY1" fmla="*/ 109651 h 109651"/>
              <a:gd name="connsiteX2" fmla="*/ 1535976 w 1535976"/>
              <a:gd name="connsiteY2" fmla="*/ 0 h 109651"/>
              <a:gd name="connsiteX3" fmla="*/ 0 w 1535976"/>
              <a:gd name="connsiteY3" fmla="*/ 0 h 109651"/>
              <a:gd name="connsiteX4" fmla="*/ 0 w 1535976"/>
              <a:gd name="connsiteY4" fmla="*/ 109651 h 1096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35976" h="109651">
                <a:moveTo>
                  <a:pt x="0" y="109651"/>
                </a:moveTo>
                <a:lnTo>
                  <a:pt x="1535976" y="109651"/>
                </a:lnTo>
                <a:lnTo>
                  <a:pt x="1535976" y="0"/>
                </a:lnTo>
                <a:lnTo>
                  <a:pt x="0" y="0"/>
                </a:lnTo>
                <a:lnTo>
                  <a:pt x="0" y="109651"/>
                </a:lnTo>
                <a:close/>
              </a:path>
            </a:pathLst>
          </a:custGeom>
          <a:solidFill>
            <a:srgbClr val="4646B9">
              <a:alpha val="100000"/>
            </a:srgbClr>
          </a:solidFill>
          <a:ln w="12700">
            <a:solidFill>
              <a:srgbClr val="000000">
                <a:alpha val="0"/>
              </a:srgbClr>
            </a:solidFill>
          </a:ln>
          <a:effectLst/>
        </p:spPr>
        <p:style>
          <a:lnRef idx="2">
            <a:schemeClr val="accent1"/>
          </a:lnRef>
          <a:fillRef idx="0">
            <a:schemeClr val="accent1"/>
          </a:fillRef>
          <a:effectRef idx="1">
            <a:schemeClr val="accent1"/>
          </a:effectRef>
          <a:fontRef idx="minor">
            <a:schemeClr val="tx1"/>
          </a:fontRef>
        </p:style>
        <p:txBody>
          <a:bodyPr rtlCol="0" anchor="ctr"/>
          <a:lstStyle/>
          <a:p>
            <a:pPr marL="0" marR="0" lvl="0" indent="0" algn="l" defTabSz="913393" rtl="0" eaLnBrk="1" fontAlgn="auto" latinLnBrk="0" hangingPunct="1">
              <a:lnSpc>
                <a:spcPct val="100000"/>
              </a:lnSpc>
              <a:spcBef>
                <a:spcPts val="0"/>
              </a:spcBef>
              <a:spcAft>
                <a:spcPts val="0"/>
              </a:spcAft>
              <a:buClrTx/>
              <a:buSzTx/>
              <a:buFontTx/>
              <a:buNone/>
              <a:tabLst/>
              <a:defRPr/>
            </a:pPr>
            <a:endParaRPr kumimoji="0" lang="en-US" sz="600" b="0" i="0" u="none" strike="noStrike" kern="1200" cap="none" spc="0" normalizeH="0" baseline="0" noProof="0" dirty="0">
              <a:ln>
                <a:noFill/>
              </a:ln>
              <a:solidFill>
                <a:prstClr val="black"/>
              </a:solidFill>
              <a:effectLst/>
              <a:uLnTx/>
              <a:uFillTx/>
              <a:latin typeface="Calibri"/>
              <a:ea typeface="+mn-ea"/>
              <a:cs typeface="Arial" panose="020B0604020202020204" pitchFamily="34" charset="0"/>
            </a:endParaRPr>
          </a:p>
        </p:txBody>
      </p:sp>
      <p:sp>
        <p:nvSpPr>
          <p:cNvPr id="8" name="Footer Placeholder 3">
            <a:extLst>
              <a:ext uri="{FF2B5EF4-FFF2-40B4-BE49-F238E27FC236}">
                <a16:creationId xmlns:a16="http://schemas.microsoft.com/office/drawing/2014/main" id="{6F242E51-DF16-4C1F-A071-C7488362798C}"/>
              </a:ext>
            </a:extLst>
          </p:cNvPr>
          <p:cNvSpPr txBox="1">
            <a:spLocks/>
          </p:cNvSpPr>
          <p:nvPr/>
        </p:nvSpPr>
        <p:spPr>
          <a:xfrm>
            <a:off x="4262618" y="3318894"/>
            <a:ext cx="248256" cy="126751"/>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2700" marR="0" lvl="0" indent="0" algn="l" defTabSz="914400" rtl="0" eaLnBrk="1" fontAlgn="auto" latinLnBrk="0" hangingPunct="1">
              <a:lnSpc>
                <a:spcPts val="675"/>
              </a:lnSpc>
              <a:spcBef>
                <a:spcPts val="0"/>
              </a:spcBef>
              <a:spcAft>
                <a:spcPts val="0"/>
              </a:spcAft>
              <a:buClrTx/>
              <a:buSzTx/>
              <a:buFontTx/>
              <a:buNone/>
              <a:tabLst/>
              <a:defRPr/>
            </a:pPr>
            <a:endParaRPr kumimoji="0" lang="en-IN" sz="600" b="0" i="0" u="none" strike="noStrike" kern="1200" cap="none" spc="-15" normalizeH="0" baseline="0" noProof="0" dirty="0">
              <a:ln>
                <a:noFill/>
              </a:ln>
              <a:solidFill>
                <a:prstClr val="white"/>
              </a:solidFill>
              <a:effectLst/>
              <a:uLnTx/>
              <a:uFillTx/>
              <a:latin typeface="Calibri"/>
              <a:ea typeface="+mn-ea"/>
              <a:cs typeface="Arial"/>
            </a:endParaRPr>
          </a:p>
        </p:txBody>
      </p:sp>
    </p:spTree>
    <p:extLst>
      <p:ext uri="{BB962C8B-B14F-4D97-AF65-F5344CB8AC3E}">
        <p14:creationId xmlns:p14="http://schemas.microsoft.com/office/powerpoint/2010/main" val="17246799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Freeform 20"/>
          <p:cNvSpPr/>
          <p:nvPr/>
        </p:nvSpPr>
        <p:spPr>
          <a:xfrm>
            <a:off x="2378" y="1785"/>
            <a:ext cx="4603757" cy="336543"/>
          </a:xfrm>
          <a:custGeom>
            <a:avLst/>
            <a:gdLst>
              <a:gd name="connsiteX0" fmla="*/ 0 w 2303995"/>
              <a:gd name="connsiteY0" fmla="*/ 140017 h 140017"/>
              <a:gd name="connsiteX1" fmla="*/ 2303995 w 2303995"/>
              <a:gd name="connsiteY1" fmla="*/ 140017 h 140017"/>
              <a:gd name="connsiteX2" fmla="*/ 2303995 w 2303995"/>
              <a:gd name="connsiteY2" fmla="*/ 0 h 140017"/>
              <a:gd name="connsiteX3" fmla="*/ 0 w 2303995"/>
              <a:gd name="connsiteY3" fmla="*/ 0 h 140017"/>
              <a:gd name="connsiteX4" fmla="*/ 0 w 2303995"/>
              <a:gd name="connsiteY4" fmla="*/ 140017 h 1400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03995" h="140017">
                <a:moveTo>
                  <a:pt x="0" y="140017"/>
                </a:moveTo>
                <a:lnTo>
                  <a:pt x="2303995" y="140017"/>
                </a:lnTo>
                <a:lnTo>
                  <a:pt x="2303995" y="0"/>
                </a:lnTo>
                <a:lnTo>
                  <a:pt x="0" y="0"/>
                </a:lnTo>
                <a:lnTo>
                  <a:pt x="0" y="140017"/>
                </a:lnTo>
                <a:close/>
              </a:path>
            </a:pathLst>
          </a:custGeom>
          <a:solidFill>
            <a:srgbClr val="4646B9">
              <a:alpha val="100000"/>
            </a:srgbClr>
          </a:solidFill>
          <a:ln w="12700">
            <a:solidFill>
              <a:srgbClr val="000000">
                <a:alpha val="0"/>
              </a:srgbClr>
            </a:solidFill>
          </a:ln>
          <a:effectLst/>
        </p:spPr>
        <p:style>
          <a:lnRef idx="2">
            <a:schemeClr val="accent1"/>
          </a:lnRef>
          <a:fillRef idx="0">
            <a:schemeClr val="accent1"/>
          </a:fillRef>
          <a:effectRef idx="1">
            <a:schemeClr val="accent1"/>
          </a:effectRef>
          <a:fontRef idx="minor">
            <a:schemeClr val="tx1"/>
          </a:fontRef>
        </p:style>
        <p:txBody>
          <a:bodyPr rtlCol="0" anchor="ctr"/>
          <a:lstStyle/>
          <a:p>
            <a:r>
              <a:rPr lang="en-US" sz="1400" dirty="0">
                <a:solidFill>
                  <a:srgbClr val="FFFFFF"/>
                </a:solidFill>
                <a:latin typeface="Times New Roman" panose="02020603050405020304" pitchFamily="18" charset="0"/>
                <a:cs typeface="Times New Roman" panose="02020603050405020304" pitchFamily="18" charset="0"/>
              </a:rPr>
              <a:t>Evaluating risks to the schedule</a:t>
            </a:r>
          </a:p>
        </p:txBody>
      </p:sp>
      <p:sp>
        <p:nvSpPr>
          <p:cNvPr id="25" name="TextBox 25"/>
          <p:cNvSpPr txBox="1"/>
          <p:nvPr/>
        </p:nvSpPr>
        <p:spPr>
          <a:xfrm>
            <a:off x="79179" y="543970"/>
            <a:ext cx="4431695" cy="2200602"/>
          </a:xfrm>
          <a:prstGeom prst="rect">
            <a:avLst/>
          </a:prstGeom>
          <a:noFill/>
        </p:spPr>
        <p:txBody>
          <a:bodyPr wrap="square" lIns="0" tIns="0" rIns="0" bIns="0" rtlCol="0">
            <a:spAutoFit/>
          </a:bodyPr>
          <a:lstStyle/>
          <a:p>
            <a:pPr marL="171450" indent="-171450">
              <a:buFont typeface="Arial" panose="020B0604020202020204" pitchFamily="34" charset="0"/>
              <a:buChar char="•"/>
            </a:pPr>
            <a:r>
              <a:rPr lang="en-US" sz="1100" dirty="0"/>
              <a:t>PERT is a project scheduling and planning technique that helps estimate the project completion time when there is uncertainty in activity durations.</a:t>
            </a:r>
          </a:p>
          <a:p>
            <a:pPr marL="171450" indent="-171450">
              <a:buFont typeface="Arial" panose="020B0604020202020204" pitchFamily="34" charset="0"/>
              <a:buChar char="•"/>
            </a:pPr>
            <a:r>
              <a:rPr lang="en-US" sz="1100" dirty="0"/>
              <a:t>Unlike CPM (Critical Path Method), which assumes fixed activity durations, PERT uses probability by considering three time estimates for each activity:</a:t>
            </a:r>
          </a:p>
          <a:p>
            <a:pPr marL="171450" indent="-171450">
              <a:buFont typeface="Arial" panose="020B0604020202020204" pitchFamily="34" charset="0"/>
              <a:buChar char="•"/>
            </a:pPr>
            <a:r>
              <a:rPr lang="en-US" sz="1100" dirty="0"/>
              <a:t>Optimistic time (a):</a:t>
            </a:r>
            <a:br>
              <a:rPr lang="en-US" sz="1100" dirty="0"/>
            </a:br>
            <a:r>
              <a:rPr lang="en-US" sz="1100" dirty="0"/>
              <a:t>– The shortest time in which the task can be completed (best-case scenario).</a:t>
            </a:r>
          </a:p>
          <a:p>
            <a:pPr marL="171450" indent="-171450">
              <a:buFont typeface="Arial" panose="020B0604020202020204" pitchFamily="34" charset="0"/>
              <a:buChar char="•"/>
            </a:pPr>
            <a:r>
              <a:rPr lang="en-US" sz="1100" dirty="0"/>
              <a:t>Most likely time (m):</a:t>
            </a:r>
            <a:br>
              <a:rPr lang="en-US" sz="1100" dirty="0"/>
            </a:br>
            <a:r>
              <a:rPr lang="en-US" sz="1100" dirty="0"/>
              <a:t>– The time we realistically expect under normal conditions (most probable).</a:t>
            </a:r>
          </a:p>
          <a:p>
            <a:pPr marL="171450" indent="-171450">
              <a:buFont typeface="Arial" panose="020B0604020202020204" pitchFamily="34" charset="0"/>
              <a:buChar char="•"/>
            </a:pPr>
            <a:r>
              <a:rPr lang="en-US" sz="1100" dirty="0"/>
              <a:t>Pessimistic time (b):</a:t>
            </a:r>
            <a:br>
              <a:rPr lang="en-US" sz="1100" dirty="0"/>
            </a:br>
            <a:r>
              <a:rPr lang="en-US" sz="1100" dirty="0"/>
              <a:t>– The longest time the task might take, assuming bad conditions (worst-case scenario).</a:t>
            </a:r>
          </a:p>
        </p:txBody>
      </p:sp>
      <p:sp>
        <p:nvSpPr>
          <p:cNvPr id="5" name="Freeform 22">
            <a:extLst>
              <a:ext uri="{FF2B5EF4-FFF2-40B4-BE49-F238E27FC236}">
                <a16:creationId xmlns:a16="http://schemas.microsoft.com/office/drawing/2014/main" id="{60367993-E6D8-4B4C-AC49-FCF20132C713}"/>
              </a:ext>
            </a:extLst>
          </p:cNvPr>
          <p:cNvSpPr/>
          <p:nvPr/>
        </p:nvSpPr>
        <p:spPr>
          <a:xfrm>
            <a:off x="4758" y="3366796"/>
            <a:ext cx="4603755" cy="95027"/>
          </a:xfrm>
          <a:custGeom>
            <a:avLst/>
            <a:gdLst>
              <a:gd name="connsiteX0" fmla="*/ 0 w 1535976"/>
              <a:gd name="connsiteY0" fmla="*/ 109651 h 109651"/>
              <a:gd name="connsiteX1" fmla="*/ 1535976 w 1535976"/>
              <a:gd name="connsiteY1" fmla="*/ 109651 h 109651"/>
              <a:gd name="connsiteX2" fmla="*/ 1535976 w 1535976"/>
              <a:gd name="connsiteY2" fmla="*/ 0 h 109651"/>
              <a:gd name="connsiteX3" fmla="*/ 0 w 1535976"/>
              <a:gd name="connsiteY3" fmla="*/ 0 h 109651"/>
              <a:gd name="connsiteX4" fmla="*/ 0 w 1535976"/>
              <a:gd name="connsiteY4" fmla="*/ 109651 h 1096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35976" h="109651">
                <a:moveTo>
                  <a:pt x="0" y="109651"/>
                </a:moveTo>
                <a:lnTo>
                  <a:pt x="1535976" y="109651"/>
                </a:lnTo>
                <a:lnTo>
                  <a:pt x="1535976" y="0"/>
                </a:lnTo>
                <a:lnTo>
                  <a:pt x="0" y="0"/>
                </a:lnTo>
                <a:lnTo>
                  <a:pt x="0" y="109651"/>
                </a:lnTo>
                <a:close/>
              </a:path>
            </a:pathLst>
          </a:custGeom>
          <a:solidFill>
            <a:srgbClr val="4646B9">
              <a:alpha val="100000"/>
            </a:srgbClr>
          </a:solidFill>
          <a:ln w="12700">
            <a:solidFill>
              <a:srgbClr val="000000">
                <a:alpha val="0"/>
              </a:srgbClr>
            </a:solidFill>
          </a:ln>
          <a:effectLst/>
        </p:spPr>
        <p:style>
          <a:lnRef idx="2">
            <a:schemeClr val="accent1"/>
          </a:lnRef>
          <a:fillRef idx="0">
            <a:schemeClr val="accent1"/>
          </a:fillRef>
          <a:effectRef idx="1">
            <a:schemeClr val="accent1"/>
          </a:effectRef>
          <a:fontRef idx="minor">
            <a:schemeClr val="tx1"/>
          </a:fontRef>
        </p:style>
        <p:txBody>
          <a:bodyPr rtlCol="0" anchor="ctr"/>
          <a:lstStyle/>
          <a:p>
            <a:pPr marL="0" marR="0" lvl="0" indent="0" algn="l" defTabSz="913393" rtl="0" eaLnBrk="1" fontAlgn="auto" latinLnBrk="0" hangingPunct="1">
              <a:lnSpc>
                <a:spcPct val="100000"/>
              </a:lnSpc>
              <a:spcBef>
                <a:spcPts val="0"/>
              </a:spcBef>
              <a:spcAft>
                <a:spcPts val="0"/>
              </a:spcAft>
              <a:buClrTx/>
              <a:buSzTx/>
              <a:buFontTx/>
              <a:buNone/>
              <a:tabLst/>
              <a:defRPr/>
            </a:pPr>
            <a:endParaRPr kumimoji="0" lang="en-US" sz="600" b="0" i="0" u="none" strike="noStrike" kern="1200" cap="none" spc="0" normalizeH="0" baseline="0" noProof="0" dirty="0">
              <a:ln>
                <a:noFill/>
              </a:ln>
              <a:solidFill>
                <a:prstClr val="black"/>
              </a:solidFill>
              <a:effectLst/>
              <a:uLnTx/>
              <a:uFillTx/>
              <a:latin typeface="Calibri"/>
              <a:ea typeface="+mn-ea"/>
              <a:cs typeface="Arial" panose="020B0604020202020204" pitchFamily="34" charset="0"/>
            </a:endParaRPr>
          </a:p>
        </p:txBody>
      </p:sp>
      <p:sp>
        <p:nvSpPr>
          <p:cNvPr id="8" name="Footer Placeholder 3">
            <a:extLst>
              <a:ext uri="{FF2B5EF4-FFF2-40B4-BE49-F238E27FC236}">
                <a16:creationId xmlns:a16="http://schemas.microsoft.com/office/drawing/2014/main" id="{6F242E51-DF16-4C1F-A071-C7488362798C}"/>
              </a:ext>
            </a:extLst>
          </p:cNvPr>
          <p:cNvSpPr txBox="1">
            <a:spLocks/>
          </p:cNvSpPr>
          <p:nvPr/>
        </p:nvSpPr>
        <p:spPr>
          <a:xfrm>
            <a:off x="4262618" y="3318894"/>
            <a:ext cx="248256" cy="126751"/>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2700" marR="0" lvl="0" indent="0" algn="l" defTabSz="914400" rtl="0" eaLnBrk="1" fontAlgn="auto" latinLnBrk="0" hangingPunct="1">
              <a:lnSpc>
                <a:spcPts val="675"/>
              </a:lnSpc>
              <a:spcBef>
                <a:spcPts val="0"/>
              </a:spcBef>
              <a:spcAft>
                <a:spcPts val="0"/>
              </a:spcAft>
              <a:buClrTx/>
              <a:buSzTx/>
              <a:buFontTx/>
              <a:buNone/>
              <a:tabLst/>
              <a:defRPr/>
            </a:pPr>
            <a:endParaRPr kumimoji="0" lang="en-IN" sz="600" b="0" i="0" u="none" strike="noStrike" kern="1200" cap="none" spc="-15" normalizeH="0" baseline="0" noProof="0" dirty="0">
              <a:ln>
                <a:noFill/>
              </a:ln>
              <a:solidFill>
                <a:prstClr val="white"/>
              </a:solidFill>
              <a:effectLst/>
              <a:uLnTx/>
              <a:uFillTx/>
              <a:latin typeface="Calibri"/>
              <a:ea typeface="+mn-ea"/>
              <a:cs typeface="Arial"/>
            </a:endParaRPr>
          </a:p>
        </p:txBody>
      </p:sp>
    </p:spTree>
    <p:extLst>
      <p:ext uri="{BB962C8B-B14F-4D97-AF65-F5344CB8AC3E}">
        <p14:creationId xmlns:p14="http://schemas.microsoft.com/office/powerpoint/2010/main" val="346468950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Freeform 20"/>
          <p:cNvSpPr/>
          <p:nvPr/>
        </p:nvSpPr>
        <p:spPr>
          <a:xfrm>
            <a:off x="2378" y="1785"/>
            <a:ext cx="4603757" cy="336543"/>
          </a:xfrm>
          <a:custGeom>
            <a:avLst/>
            <a:gdLst>
              <a:gd name="connsiteX0" fmla="*/ 0 w 2303995"/>
              <a:gd name="connsiteY0" fmla="*/ 140017 h 140017"/>
              <a:gd name="connsiteX1" fmla="*/ 2303995 w 2303995"/>
              <a:gd name="connsiteY1" fmla="*/ 140017 h 140017"/>
              <a:gd name="connsiteX2" fmla="*/ 2303995 w 2303995"/>
              <a:gd name="connsiteY2" fmla="*/ 0 h 140017"/>
              <a:gd name="connsiteX3" fmla="*/ 0 w 2303995"/>
              <a:gd name="connsiteY3" fmla="*/ 0 h 140017"/>
              <a:gd name="connsiteX4" fmla="*/ 0 w 2303995"/>
              <a:gd name="connsiteY4" fmla="*/ 140017 h 1400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03995" h="140017">
                <a:moveTo>
                  <a:pt x="0" y="140017"/>
                </a:moveTo>
                <a:lnTo>
                  <a:pt x="2303995" y="140017"/>
                </a:lnTo>
                <a:lnTo>
                  <a:pt x="2303995" y="0"/>
                </a:lnTo>
                <a:lnTo>
                  <a:pt x="0" y="0"/>
                </a:lnTo>
                <a:lnTo>
                  <a:pt x="0" y="140017"/>
                </a:lnTo>
                <a:close/>
              </a:path>
            </a:pathLst>
          </a:custGeom>
          <a:solidFill>
            <a:srgbClr val="4646B9">
              <a:alpha val="100000"/>
            </a:srgbClr>
          </a:solidFill>
          <a:ln w="12700">
            <a:solidFill>
              <a:srgbClr val="000000">
                <a:alpha val="0"/>
              </a:srgbClr>
            </a:solidFill>
          </a:ln>
          <a:effectLst/>
        </p:spPr>
        <p:style>
          <a:lnRef idx="2">
            <a:schemeClr val="accent1"/>
          </a:lnRef>
          <a:fillRef idx="0">
            <a:schemeClr val="accent1"/>
          </a:fillRef>
          <a:effectRef idx="1">
            <a:schemeClr val="accent1"/>
          </a:effectRef>
          <a:fontRef idx="minor">
            <a:schemeClr val="tx1"/>
          </a:fontRef>
        </p:style>
        <p:txBody>
          <a:bodyPr rtlCol="0" anchor="ctr"/>
          <a:lstStyle/>
          <a:p>
            <a:r>
              <a:rPr lang="en-US" sz="1400" dirty="0">
                <a:solidFill>
                  <a:srgbClr val="FFFFFF"/>
                </a:solidFill>
                <a:latin typeface="Times New Roman" panose="02020603050405020304" pitchFamily="18" charset="0"/>
                <a:cs typeface="Times New Roman" panose="02020603050405020304" pitchFamily="18" charset="0"/>
              </a:rPr>
              <a:t>Evaluating risks to the schedule</a:t>
            </a:r>
          </a:p>
        </p:txBody>
      </p:sp>
      <p:sp>
        <p:nvSpPr>
          <p:cNvPr id="25" name="TextBox 25"/>
          <p:cNvSpPr txBox="1"/>
          <p:nvPr/>
        </p:nvSpPr>
        <p:spPr>
          <a:xfrm>
            <a:off x="79179" y="543970"/>
            <a:ext cx="4431695" cy="1354217"/>
          </a:xfrm>
          <a:prstGeom prst="rect">
            <a:avLst/>
          </a:prstGeom>
          <a:noFill/>
        </p:spPr>
        <p:txBody>
          <a:bodyPr wrap="square" lIns="0" tIns="0" rIns="0" bIns="0" rtlCol="0">
            <a:spAutoFit/>
          </a:bodyPr>
          <a:lstStyle/>
          <a:p>
            <a:pPr marL="171450" indent="-171450">
              <a:buFont typeface="Arial" panose="020B0604020202020204" pitchFamily="34" charset="0"/>
              <a:buChar char="•"/>
            </a:pPr>
            <a:r>
              <a:rPr lang="en-US" sz="1100" dirty="0"/>
              <a:t>For each activity, the expected duration (</a:t>
            </a:r>
            <a:r>
              <a:rPr lang="en-US" sz="1100" dirty="0" err="1"/>
              <a:t>te</a:t>
            </a:r>
            <a:r>
              <a:rPr lang="en-US" sz="1100" dirty="0"/>
              <a:t>) is calculated as:</a:t>
            </a:r>
          </a:p>
          <a:p>
            <a:pPr marL="1085850" lvl="2" indent="-171450">
              <a:buFont typeface="Arial" panose="020B0604020202020204" pitchFamily="34" charset="0"/>
              <a:buChar char="•"/>
            </a:pPr>
            <a:endParaRPr lang="en-US" sz="1100" dirty="0"/>
          </a:p>
          <a:p>
            <a:pPr lvl="2"/>
            <a:r>
              <a:rPr lang="en-US" sz="1100" dirty="0"/>
              <a:t>	</a:t>
            </a:r>
            <a:r>
              <a:rPr lang="en-US" sz="1100" dirty="0" err="1"/>
              <a:t>te</a:t>
            </a:r>
            <a:r>
              <a:rPr lang="en-US" sz="1100" dirty="0"/>
              <a:t>=(a+4m+b)/6</a:t>
            </a:r>
          </a:p>
          <a:p>
            <a:pPr marL="171450" indent="-171450">
              <a:buFont typeface="Arial" panose="020B0604020202020204" pitchFamily="34" charset="0"/>
              <a:buChar char="•"/>
            </a:pPr>
            <a:endParaRPr lang="en-US" sz="1100" dirty="0"/>
          </a:p>
          <a:p>
            <a:pPr marL="171450" indent="-171450">
              <a:buFont typeface="Arial" panose="020B0604020202020204" pitchFamily="34" charset="0"/>
              <a:buChar char="•"/>
            </a:pPr>
            <a:r>
              <a:rPr lang="en-US" sz="1100" dirty="0"/>
              <a:t>This formula gives more weight (×4) to the most likely time because that’s the most realistic.</a:t>
            </a:r>
          </a:p>
          <a:p>
            <a:endParaRPr lang="en-US" sz="1100" dirty="0"/>
          </a:p>
          <a:p>
            <a:pPr marL="171450" indent="-171450">
              <a:buFont typeface="Arial" panose="020B0604020202020204" pitchFamily="34" charset="0"/>
              <a:buChar char="•"/>
            </a:pPr>
            <a:r>
              <a:rPr lang="en-US" sz="1100" dirty="0"/>
              <a:t>Optimistic and pessimistic times are considered to balance uncertainty.</a:t>
            </a:r>
          </a:p>
        </p:txBody>
      </p:sp>
      <p:sp>
        <p:nvSpPr>
          <p:cNvPr id="5" name="Freeform 22">
            <a:extLst>
              <a:ext uri="{FF2B5EF4-FFF2-40B4-BE49-F238E27FC236}">
                <a16:creationId xmlns:a16="http://schemas.microsoft.com/office/drawing/2014/main" id="{60367993-E6D8-4B4C-AC49-FCF20132C713}"/>
              </a:ext>
            </a:extLst>
          </p:cNvPr>
          <p:cNvSpPr/>
          <p:nvPr/>
        </p:nvSpPr>
        <p:spPr>
          <a:xfrm>
            <a:off x="4758" y="3366796"/>
            <a:ext cx="4603755" cy="95027"/>
          </a:xfrm>
          <a:custGeom>
            <a:avLst/>
            <a:gdLst>
              <a:gd name="connsiteX0" fmla="*/ 0 w 1535976"/>
              <a:gd name="connsiteY0" fmla="*/ 109651 h 109651"/>
              <a:gd name="connsiteX1" fmla="*/ 1535976 w 1535976"/>
              <a:gd name="connsiteY1" fmla="*/ 109651 h 109651"/>
              <a:gd name="connsiteX2" fmla="*/ 1535976 w 1535976"/>
              <a:gd name="connsiteY2" fmla="*/ 0 h 109651"/>
              <a:gd name="connsiteX3" fmla="*/ 0 w 1535976"/>
              <a:gd name="connsiteY3" fmla="*/ 0 h 109651"/>
              <a:gd name="connsiteX4" fmla="*/ 0 w 1535976"/>
              <a:gd name="connsiteY4" fmla="*/ 109651 h 1096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35976" h="109651">
                <a:moveTo>
                  <a:pt x="0" y="109651"/>
                </a:moveTo>
                <a:lnTo>
                  <a:pt x="1535976" y="109651"/>
                </a:lnTo>
                <a:lnTo>
                  <a:pt x="1535976" y="0"/>
                </a:lnTo>
                <a:lnTo>
                  <a:pt x="0" y="0"/>
                </a:lnTo>
                <a:lnTo>
                  <a:pt x="0" y="109651"/>
                </a:lnTo>
                <a:close/>
              </a:path>
            </a:pathLst>
          </a:custGeom>
          <a:solidFill>
            <a:srgbClr val="4646B9">
              <a:alpha val="100000"/>
            </a:srgbClr>
          </a:solidFill>
          <a:ln w="12700">
            <a:solidFill>
              <a:srgbClr val="000000">
                <a:alpha val="0"/>
              </a:srgbClr>
            </a:solidFill>
          </a:ln>
          <a:effectLst/>
        </p:spPr>
        <p:style>
          <a:lnRef idx="2">
            <a:schemeClr val="accent1"/>
          </a:lnRef>
          <a:fillRef idx="0">
            <a:schemeClr val="accent1"/>
          </a:fillRef>
          <a:effectRef idx="1">
            <a:schemeClr val="accent1"/>
          </a:effectRef>
          <a:fontRef idx="minor">
            <a:schemeClr val="tx1"/>
          </a:fontRef>
        </p:style>
        <p:txBody>
          <a:bodyPr rtlCol="0" anchor="ctr"/>
          <a:lstStyle/>
          <a:p>
            <a:pPr marL="0" marR="0" lvl="0" indent="0" algn="l" defTabSz="913393" rtl="0" eaLnBrk="1" fontAlgn="auto" latinLnBrk="0" hangingPunct="1">
              <a:lnSpc>
                <a:spcPct val="100000"/>
              </a:lnSpc>
              <a:spcBef>
                <a:spcPts val="0"/>
              </a:spcBef>
              <a:spcAft>
                <a:spcPts val="0"/>
              </a:spcAft>
              <a:buClrTx/>
              <a:buSzTx/>
              <a:buFontTx/>
              <a:buNone/>
              <a:tabLst/>
              <a:defRPr/>
            </a:pPr>
            <a:endParaRPr kumimoji="0" lang="en-US" sz="600" b="0" i="0" u="none" strike="noStrike" kern="1200" cap="none" spc="0" normalizeH="0" baseline="0" noProof="0" dirty="0">
              <a:ln>
                <a:noFill/>
              </a:ln>
              <a:solidFill>
                <a:prstClr val="black"/>
              </a:solidFill>
              <a:effectLst/>
              <a:uLnTx/>
              <a:uFillTx/>
              <a:latin typeface="Calibri"/>
              <a:ea typeface="+mn-ea"/>
              <a:cs typeface="Arial" panose="020B0604020202020204" pitchFamily="34" charset="0"/>
            </a:endParaRPr>
          </a:p>
        </p:txBody>
      </p:sp>
      <p:sp>
        <p:nvSpPr>
          <p:cNvPr id="8" name="Footer Placeholder 3">
            <a:extLst>
              <a:ext uri="{FF2B5EF4-FFF2-40B4-BE49-F238E27FC236}">
                <a16:creationId xmlns:a16="http://schemas.microsoft.com/office/drawing/2014/main" id="{6F242E51-DF16-4C1F-A071-C7488362798C}"/>
              </a:ext>
            </a:extLst>
          </p:cNvPr>
          <p:cNvSpPr txBox="1">
            <a:spLocks/>
          </p:cNvSpPr>
          <p:nvPr/>
        </p:nvSpPr>
        <p:spPr>
          <a:xfrm>
            <a:off x="4262618" y="3318894"/>
            <a:ext cx="248256" cy="126751"/>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2700" marR="0" lvl="0" indent="0" algn="l" defTabSz="914400" rtl="0" eaLnBrk="1" fontAlgn="auto" latinLnBrk="0" hangingPunct="1">
              <a:lnSpc>
                <a:spcPts val="675"/>
              </a:lnSpc>
              <a:spcBef>
                <a:spcPts val="0"/>
              </a:spcBef>
              <a:spcAft>
                <a:spcPts val="0"/>
              </a:spcAft>
              <a:buClrTx/>
              <a:buSzTx/>
              <a:buFontTx/>
              <a:buNone/>
              <a:tabLst/>
              <a:defRPr/>
            </a:pPr>
            <a:endParaRPr kumimoji="0" lang="en-IN" sz="600" b="0" i="0" u="none" strike="noStrike" kern="1200" cap="none" spc="-15" normalizeH="0" baseline="0" noProof="0" dirty="0">
              <a:ln>
                <a:noFill/>
              </a:ln>
              <a:solidFill>
                <a:prstClr val="white"/>
              </a:solidFill>
              <a:effectLst/>
              <a:uLnTx/>
              <a:uFillTx/>
              <a:latin typeface="Calibri"/>
              <a:ea typeface="+mn-ea"/>
              <a:cs typeface="Arial"/>
            </a:endParaRPr>
          </a:p>
        </p:txBody>
      </p:sp>
    </p:spTree>
    <p:extLst>
      <p:ext uri="{BB962C8B-B14F-4D97-AF65-F5344CB8AC3E}">
        <p14:creationId xmlns:p14="http://schemas.microsoft.com/office/powerpoint/2010/main" val="119525762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Freeform 20"/>
          <p:cNvSpPr/>
          <p:nvPr/>
        </p:nvSpPr>
        <p:spPr>
          <a:xfrm>
            <a:off x="2378" y="1785"/>
            <a:ext cx="4603757" cy="336543"/>
          </a:xfrm>
          <a:custGeom>
            <a:avLst/>
            <a:gdLst>
              <a:gd name="connsiteX0" fmla="*/ 0 w 2303995"/>
              <a:gd name="connsiteY0" fmla="*/ 140017 h 140017"/>
              <a:gd name="connsiteX1" fmla="*/ 2303995 w 2303995"/>
              <a:gd name="connsiteY1" fmla="*/ 140017 h 140017"/>
              <a:gd name="connsiteX2" fmla="*/ 2303995 w 2303995"/>
              <a:gd name="connsiteY2" fmla="*/ 0 h 140017"/>
              <a:gd name="connsiteX3" fmla="*/ 0 w 2303995"/>
              <a:gd name="connsiteY3" fmla="*/ 0 h 140017"/>
              <a:gd name="connsiteX4" fmla="*/ 0 w 2303995"/>
              <a:gd name="connsiteY4" fmla="*/ 140017 h 1400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03995" h="140017">
                <a:moveTo>
                  <a:pt x="0" y="140017"/>
                </a:moveTo>
                <a:lnTo>
                  <a:pt x="2303995" y="140017"/>
                </a:lnTo>
                <a:lnTo>
                  <a:pt x="2303995" y="0"/>
                </a:lnTo>
                <a:lnTo>
                  <a:pt x="0" y="0"/>
                </a:lnTo>
                <a:lnTo>
                  <a:pt x="0" y="140017"/>
                </a:lnTo>
                <a:close/>
              </a:path>
            </a:pathLst>
          </a:custGeom>
          <a:solidFill>
            <a:srgbClr val="4646B9">
              <a:alpha val="100000"/>
            </a:srgbClr>
          </a:solidFill>
          <a:ln w="12700">
            <a:solidFill>
              <a:srgbClr val="000000">
                <a:alpha val="0"/>
              </a:srgbClr>
            </a:solidFill>
          </a:ln>
          <a:effectLst/>
        </p:spPr>
        <p:style>
          <a:lnRef idx="2">
            <a:schemeClr val="accent1"/>
          </a:lnRef>
          <a:fillRef idx="0">
            <a:schemeClr val="accent1"/>
          </a:fillRef>
          <a:effectRef idx="1">
            <a:schemeClr val="accent1"/>
          </a:effectRef>
          <a:fontRef idx="minor">
            <a:schemeClr val="tx1"/>
          </a:fontRef>
        </p:style>
        <p:txBody>
          <a:bodyPr rtlCol="0" anchor="ctr"/>
          <a:lstStyle/>
          <a:p>
            <a:r>
              <a:rPr lang="en-US" sz="1400" dirty="0">
                <a:solidFill>
                  <a:srgbClr val="FFFFFF"/>
                </a:solidFill>
                <a:latin typeface="Times New Roman" panose="02020603050405020304" pitchFamily="18" charset="0"/>
                <a:cs typeface="Times New Roman" panose="02020603050405020304" pitchFamily="18" charset="0"/>
              </a:rPr>
              <a:t>Evaluating risks to the schedule</a:t>
            </a:r>
          </a:p>
        </p:txBody>
      </p:sp>
      <p:sp>
        <p:nvSpPr>
          <p:cNvPr id="5" name="Freeform 22">
            <a:extLst>
              <a:ext uri="{FF2B5EF4-FFF2-40B4-BE49-F238E27FC236}">
                <a16:creationId xmlns:a16="http://schemas.microsoft.com/office/drawing/2014/main" id="{60367993-E6D8-4B4C-AC49-FCF20132C713}"/>
              </a:ext>
            </a:extLst>
          </p:cNvPr>
          <p:cNvSpPr/>
          <p:nvPr/>
        </p:nvSpPr>
        <p:spPr>
          <a:xfrm>
            <a:off x="4758" y="3366796"/>
            <a:ext cx="4603755" cy="95027"/>
          </a:xfrm>
          <a:custGeom>
            <a:avLst/>
            <a:gdLst>
              <a:gd name="connsiteX0" fmla="*/ 0 w 1535976"/>
              <a:gd name="connsiteY0" fmla="*/ 109651 h 109651"/>
              <a:gd name="connsiteX1" fmla="*/ 1535976 w 1535976"/>
              <a:gd name="connsiteY1" fmla="*/ 109651 h 109651"/>
              <a:gd name="connsiteX2" fmla="*/ 1535976 w 1535976"/>
              <a:gd name="connsiteY2" fmla="*/ 0 h 109651"/>
              <a:gd name="connsiteX3" fmla="*/ 0 w 1535976"/>
              <a:gd name="connsiteY3" fmla="*/ 0 h 109651"/>
              <a:gd name="connsiteX4" fmla="*/ 0 w 1535976"/>
              <a:gd name="connsiteY4" fmla="*/ 109651 h 1096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35976" h="109651">
                <a:moveTo>
                  <a:pt x="0" y="109651"/>
                </a:moveTo>
                <a:lnTo>
                  <a:pt x="1535976" y="109651"/>
                </a:lnTo>
                <a:lnTo>
                  <a:pt x="1535976" y="0"/>
                </a:lnTo>
                <a:lnTo>
                  <a:pt x="0" y="0"/>
                </a:lnTo>
                <a:lnTo>
                  <a:pt x="0" y="109651"/>
                </a:lnTo>
                <a:close/>
              </a:path>
            </a:pathLst>
          </a:custGeom>
          <a:solidFill>
            <a:srgbClr val="4646B9">
              <a:alpha val="100000"/>
            </a:srgbClr>
          </a:solidFill>
          <a:ln w="12700">
            <a:solidFill>
              <a:srgbClr val="000000">
                <a:alpha val="0"/>
              </a:srgbClr>
            </a:solidFill>
          </a:ln>
          <a:effectLst/>
        </p:spPr>
        <p:style>
          <a:lnRef idx="2">
            <a:schemeClr val="accent1"/>
          </a:lnRef>
          <a:fillRef idx="0">
            <a:schemeClr val="accent1"/>
          </a:fillRef>
          <a:effectRef idx="1">
            <a:schemeClr val="accent1"/>
          </a:effectRef>
          <a:fontRef idx="minor">
            <a:schemeClr val="tx1"/>
          </a:fontRef>
        </p:style>
        <p:txBody>
          <a:bodyPr rtlCol="0" anchor="ctr"/>
          <a:lstStyle/>
          <a:p>
            <a:pPr marL="0" marR="0" lvl="0" indent="0" algn="l" defTabSz="913393" rtl="0" eaLnBrk="1" fontAlgn="auto" latinLnBrk="0" hangingPunct="1">
              <a:lnSpc>
                <a:spcPct val="100000"/>
              </a:lnSpc>
              <a:spcBef>
                <a:spcPts val="0"/>
              </a:spcBef>
              <a:spcAft>
                <a:spcPts val="0"/>
              </a:spcAft>
              <a:buClrTx/>
              <a:buSzTx/>
              <a:buFontTx/>
              <a:buNone/>
              <a:tabLst/>
              <a:defRPr/>
            </a:pPr>
            <a:endParaRPr kumimoji="0" lang="en-US" sz="600" b="0" i="0" u="none" strike="noStrike" kern="1200" cap="none" spc="0" normalizeH="0" baseline="0" noProof="0" dirty="0">
              <a:ln>
                <a:noFill/>
              </a:ln>
              <a:solidFill>
                <a:prstClr val="black"/>
              </a:solidFill>
              <a:effectLst/>
              <a:uLnTx/>
              <a:uFillTx/>
              <a:latin typeface="Calibri"/>
              <a:ea typeface="+mn-ea"/>
              <a:cs typeface="Arial" panose="020B0604020202020204" pitchFamily="34" charset="0"/>
            </a:endParaRPr>
          </a:p>
        </p:txBody>
      </p:sp>
      <p:sp>
        <p:nvSpPr>
          <p:cNvPr id="8" name="Footer Placeholder 3">
            <a:extLst>
              <a:ext uri="{FF2B5EF4-FFF2-40B4-BE49-F238E27FC236}">
                <a16:creationId xmlns:a16="http://schemas.microsoft.com/office/drawing/2014/main" id="{6F242E51-DF16-4C1F-A071-C7488362798C}"/>
              </a:ext>
            </a:extLst>
          </p:cNvPr>
          <p:cNvSpPr txBox="1">
            <a:spLocks/>
          </p:cNvSpPr>
          <p:nvPr/>
        </p:nvSpPr>
        <p:spPr>
          <a:xfrm>
            <a:off x="4262618" y="3318894"/>
            <a:ext cx="248256" cy="126751"/>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2700" marR="0" lvl="0" indent="0" algn="l" defTabSz="914400" rtl="0" eaLnBrk="1" fontAlgn="auto" latinLnBrk="0" hangingPunct="1">
              <a:lnSpc>
                <a:spcPts val="675"/>
              </a:lnSpc>
              <a:spcBef>
                <a:spcPts val="0"/>
              </a:spcBef>
              <a:spcAft>
                <a:spcPts val="0"/>
              </a:spcAft>
              <a:buClrTx/>
              <a:buSzTx/>
              <a:buFontTx/>
              <a:buNone/>
              <a:tabLst/>
              <a:defRPr/>
            </a:pPr>
            <a:endParaRPr kumimoji="0" lang="en-IN" sz="600" b="0" i="0" u="none" strike="noStrike" kern="1200" cap="none" spc="-15" normalizeH="0" baseline="0" noProof="0" dirty="0">
              <a:ln>
                <a:noFill/>
              </a:ln>
              <a:solidFill>
                <a:prstClr val="white"/>
              </a:solidFill>
              <a:effectLst/>
              <a:uLnTx/>
              <a:uFillTx/>
              <a:latin typeface="Calibri"/>
              <a:ea typeface="+mn-ea"/>
              <a:cs typeface="Arial"/>
            </a:endParaRPr>
          </a:p>
        </p:txBody>
      </p:sp>
      <p:pic>
        <p:nvPicPr>
          <p:cNvPr id="2" name="Picture 1">
            <a:extLst>
              <a:ext uri="{FF2B5EF4-FFF2-40B4-BE49-F238E27FC236}">
                <a16:creationId xmlns:a16="http://schemas.microsoft.com/office/drawing/2014/main" id="{0AD8ED23-A129-40E1-B1DE-53620C5EBE84}"/>
              </a:ext>
            </a:extLst>
          </p:cNvPr>
          <p:cNvPicPr>
            <a:picLocks noChangeAspect="1"/>
          </p:cNvPicPr>
          <p:nvPr/>
        </p:nvPicPr>
        <p:blipFill>
          <a:blip r:embed="rId3"/>
          <a:stretch>
            <a:fillRect/>
          </a:stretch>
        </p:blipFill>
        <p:spPr>
          <a:xfrm>
            <a:off x="97639" y="386230"/>
            <a:ext cx="4235116" cy="962510"/>
          </a:xfrm>
          <a:prstGeom prst="rect">
            <a:avLst/>
          </a:prstGeom>
        </p:spPr>
      </p:pic>
    </p:spTree>
    <p:extLst>
      <p:ext uri="{BB962C8B-B14F-4D97-AF65-F5344CB8AC3E}">
        <p14:creationId xmlns:p14="http://schemas.microsoft.com/office/powerpoint/2010/main" val="162327690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Freeform 20"/>
          <p:cNvSpPr/>
          <p:nvPr/>
        </p:nvSpPr>
        <p:spPr>
          <a:xfrm>
            <a:off x="2378" y="1785"/>
            <a:ext cx="4603757" cy="336543"/>
          </a:xfrm>
          <a:custGeom>
            <a:avLst/>
            <a:gdLst>
              <a:gd name="connsiteX0" fmla="*/ 0 w 2303995"/>
              <a:gd name="connsiteY0" fmla="*/ 140017 h 140017"/>
              <a:gd name="connsiteX1" fmla="*/ 2303995 w 2303995"/>
              <a:gd name="connsiteY1" fmla="*/ 140017 h 140017"/>
              <a:gd name="connsiteX2" fmla="*/ 2303995 w 2303995"/>
              <a:gd name="connsiteY2" fmla="*/ 0 h 140017"/>
              <a:gd name="connsiteX3" fmla="*/ 0 w 2303995"/>
              <a:gd name="connsiteY3" fmla="*/ 0 h 140017"/>
              <a:gd name="connsiteX4" fmla="*/ 0 w 2303995"/>
              <a:gd name="connsiteY4" fmla="*/ 140017 h 1400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03995" h="140017">
                <a:moveTo>
                  <a:pt x="0" y="140017"/>
                </a:moveTo>
                <a:lnTo>
                  <a:pt x="2303995" y="140017"/>
                </a:lnTo>
                <a:lnTo>
                  <a:pt x="2303995" y="0"/>
                </a:lnTo>
                <a:lnTo>
                  <a:pt x="0" y="0"/>
                </a:lnTo>
                <a:lnTo>
                  <a:pt x="0" y="140017"/>
                </a:lnTo>
                <a:close/>
              </a:path>
            </a:pathLst>
          </a:custGeom>
          <a:solidFill>
            <a:srgbClr val="4646B9">
              <a:alpha val="100000"/>
            </a:srgbClr>
          </a:solidFill>
          <a:ln w="12700">
            <a:solidFill>
              <a:srgbClr val="000000">
                <a:alpha val="0"/>
              </a:srgbClr>
            </a:solidFill>
          </a:ln>
          <a:effectLst/>
        </p:spPr>
        <p:style>
          <a:lnRef idx="2">
            <a:schemeClr val="accent1"/>
          </a:lnRef>
          <a:fillRef idx="0">
            <a:schemeClr val="accent1"/>
          </a:fillRef>
          <a:effectRef idx="1">
            <a:schemeClr val="accent1"/>
          </a:effectRef>
          <a:fontRef idx="minor">
            <a:schemeClr val="tx1"/>
          </a:fontRef>
        </p:style>
        <p:txBody>
          <a:bodyPr rtlCol="0" anchor="ctr"/>
          <a:lstStyle/>
          <a:p>
            <a:r>
              <a:rPr lang="en-US" sz="1400" dirty="0">
                <a:solidFill>
                  <a:srgbClr val="FFFFFF"/>
                </a:solidFill>
                <a:latin typeface="Times New Roman" panose="02020603050405020304" pitchFamily="18" charset="0"/>
                <a:cs typeface="Times New Roman" panose="02020603050405020304" pitchFamily="18" charset="0"/>
              </a:rPr>
              <a:t>Evaluating risks to the schedule</a:t>
            </a:r>
          </a:p>
        </p:txBody>
      </p:sp>
      <p:sp>
        <p:nvSpPr>
          <p:cNvPr id="5" name="Freeform 22">
            <a:extLst>
              <a:ext uri="{FF2B5EF4-FFF2-40B4-BE49-F238E27FC236}">
                <a16:creationId xmlns:a16="http://schemas.microsoft.com/office/drawing/2014/main" id="{60367993-E6D8-4B4C-AC49-FCF20132C713}"/>
              </a:ext>
            </a:extLst>
          </p:cNvPr>
          <p:cNvSpPr/>
          <p:nvPr/>
        </p:nvSpPr>
        <p:spPr>
          <a:xfrm>
            <a:off x="4758" y="3366796"/>
            <a:ext cx="4603755" cy="95027"/>
          </a:xfrm>
          <a:custGeom>
            <a:avLst/>
            <a:gdLst>
              <a:gd name="connsiteX0" fmla="*/ 0 w 1535976"/>
              <a:gd name="connsiteY0" fmla="*/ 109651 h 109651"/>
              <a:gd name="connsiteX1" fmla="*/ 1535976 w 1535976"/>
              <a:gd name="connsiteY1" fmla="*/ 109651 h 109651"/>
              <a:gd name="connsiteX2" fmla="*/ 1535976 w 1535976"/>
              <a:gd name="connsiteY2" fmla="*/ 0 h 109651"/>
              <a:gd name="connsiteX3" fmla="*/ 0 w 1535976"/>
              <a:gd name="connsiteY3" fmla="*/ 0 h 109651"/>
              <a:gd name="connsiteX4" fmla="*/ 0 w 1535976"/>
              <a:gd name="connsiteY4" fmla="*/ 109651 h 1096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35976" h="109651">
                <a:moveTo>
                  <a:pt x="0" y="109651"/>
                </a:moveTo>
                <a:lnTo>
                  <a:pt x="1535976" y="109651"/>
                </a:lnTo>
                <a:lnTo>
                  <a:pt x="1535976" y="0"/>
                </a:lnTo>
                <a:lnTo>
                  <a:pt x="0" y="0"/>
                </a:lnTo>
                <a:lnTo>
                  <a:pt x="0" y="109651"/>
                </a:lnTo>
                <a:close/>
              </a:path>
            </a:pathLst>
          </a:custGeom>
          <a:solidFill>
            <a:srgbClr val="4646B9">
              <a:alpha val="100000"/>
            </a:srgbClr>
          </a:solidFill>
          <a:ln w="12700">
            <a:solidFill>
              <a:srgbClr val="000000">
                <a:alpha val="0"/>
              </a:srgbClr>
            </a:solidFill>
          </a:ln>
          <a:effectLst/>
        </p:spPr>
        <p:style>
          <a:lnRef idx="2">
            <a:schemeClr val="accent1"/>
          </a:lnRef>
          <a:fillRef idx="0">
            <a:schemeClr val="accent1"/>
          </a:fillRef>
          <a:effectRef idx="1">
            <a:schemeClr val="accent1"/>
          </a:effectRef>
          <a:fontRef idx="minor">
            <a:schemeClr val="tx1"/>
          </a:fontRef>
        </p:style>
        <p:txBody>
          <a:bodyPr rtlCol="0" anchor="ctr"/>
          <a:lstStyle/>
          <a:p>
            <a:pPr marL="0" marR="0" lvl="0" indent="0" algn="l" defTabSz="913393" rtl="0" eaLnBrk="1" fontAlgn="auto" latinLnBrk="0" hangingPunct="1">
              <a:lnSpc>
                <a:spcPct val="100000"/>
              </a:lnSpc>
              <a:spcBef>
                <a:spcPts val="0"/>
              </a:spcBef>
              <a:spcAft>
                <a:spcPts val="0"/>
              </a:spcAft>
              <a:buClrTx/>
              <a:buSzTx/>
              <a:buFontTx/>
              <a:buNone/>
              <a:tabLst/>
              <a:defRPr/>
            </a:pPr>
            <a:endParaRPr kumimoji="0" lang="en-US" sz="600" b="0" i="0" u="none" strike="noStrike" kern="1200" cap="none" spc="0" normalizeH="0" baseline="0" noProof="0" dirty="0">
              <a:ln>
                <a:noFill/>
              </a:ln>
              <a:solidFill>
                <a:prstClr val="black"/>
              </a:solidFill>
              <a:effectLst/>
              <a:uLnTx/>
              <a:uFillTx/>
              <a:latin typeface="Calibri"/>
              <a:ea typeface="+mn-ea"/>
              <a:cs typeface="Arial" panose="020B0604020202020204" pitchFamily="34" charset="0"/>
            </a:endParaRPr>
          </a:p>
        </p:txBody>
      </p:sp>
      <p:sp>
        <p:nvSpPr>
          <p:cNvPr id="8" name="Footer Placeholder 3">
            <a:extLst>
              <a:ext uri="{FF2B5EF4-FFF2-40B4-BE49-F238E27FC236}">
                <a16:creationId xmlns:a16="http://schemas.microsoft.com/office/drawing/2014/main" id="{6F242E51-DF16-4C1F-A071-C7488362798C}"/>
              </a:ext>
            </a:extLst>
          </p:cNvPr>
          <p:cNvSpPr txBox="1">
            <a:spLocks/>
          </p:cNvSpPr>
          <p:nvPr/>
        </p:nvSpPr>
        <p:spPr>
          <a:xfrm>
            <a:off x="4262618" y="3318894"/>
            <a:ext cx="248256" cy="126751"/>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2700" marR="0" lvl="0" indent="0" algn="l" defTabSz="914400" rtl="0" eaLnBrk="1" fontAlgn="auto" latinLnBrk="0" hangingPunct="1">
              <a:lnSpc>
                <a:spcPts val="675"/>
              </a:lnSpc>
              <a:spcBef>
                <a:spcPts val="0"/>
              </a:spcBef>
              <a:spcAft>
                <a:spcPts val="0"/>
              </a:spcAft>
              <a:buClrTx/>
              <a:buSzTx/>
              <a:buFontTx/>
              <a:buNone/>
              <a:tabLst/>
              <a:defRPr/>
            </a:pPr>
            <a:endParaRPr kumimoji="0" lang="en-IN" sz="600" b="0" i="0" u="none" strike="noStrike" kern="1200" cap="none" spc="-15" normalizeH="0" baseline="0" noProof="0" dirty="0">
              <a:ln>
                <a:noFill/>
              </a:ln>
              <a:solidFill>
                <a:prstClr val="white"/>
              </a:solidFill>
              <a:effectLst/>
              <a:uLnTx/>
              <a:uFillTx/>
              <a:latin typeface="Calibri"/>
              <a:ea typeface="+mn-ea"/>
              <a:cs typeface="Arial"/>
            </a:endParaRPr>
          </a:p>
        </p:txBody>
      </p:sp>
      <p:pic>
        <p:nvPicPr>
          <p:cNvPr id="3" name="Picture 2">
            <a:extLst>
              <a:ext uri="{FF2B5EF4-FFF2-40B4-BE49-F238E27FC236}">
                <a16:creationId xmlns:a16="http://schemas.microsoft.com/office/drawing/2014/main" id="{7784697B-BF26-4B78-87A0-662CA447C49E}"/>
              </a:ext>
            </a:extLst>
          </p:cNvPr>
          <p:cNvPicPr>
            <a:picLocks noChangeAspect="1"/>
          </p:cNvPicPr>
          <p:nvPr/>
        </p:nvPicPr>
        <p:blipFill>
          <a:blip r:embed="rId3"/>
          <a:stretch>
            <a:fillRect/>
          </a:stretch>
        </p:blipFill>
        <p:spPr>
          <a:xfrm>
            <a:off x="297181" y="653087"/>
            <a:ext cx="3855126" cy="2204413"/>
          </a:xfrm>
          <a:prstGeom prst="rect">
            <a:avLst/>
          </a:prstGeom>
        </p:spPr>
      </p:pic>
    </p:spTree>
    <p:extLst>
      <p:ext uri="{BB962C8B-B14F-4D97-AF65-F5344CB8AC3E}">
        <p14:creationId xmlns:p14="http://schemas.microsoft.com/office/powerpoint/2010/main" val="408149627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Freeform 20"/>
          <p:cNvSpPr/>
          <p:nvPr/>
        </p:nvSpPr>
        <p:spPr>
          <a:xfrm>
            <a:off x="2378" y="1785"/>
            <a:ext cx="4603757" cy="336543"/>
          </a:xfrm>
          <a:custGeom>
            <a:avLst/>
            <a:gdLst>
              <a:gd name="connsiteX0" fmla="*/ 0 w 2303995"/>
              <a:gd name="connsiteY0" fmla="*/ 140017 h 140017"/>
              <a:gd name="connsiteX1" fmla="*/ 2303995 w 2303995"/>
              <a:gd name="connsiteY1" fmla="*/ 140017 h 140017"/>
              <a:gd name="connsiteX2" fmla="*/ 2303995 w 2303995"/>
              <a:gd name="connsiteY2" fmla="*/ 0 h 140017"/>
              <a:gd name="connsiteX3" fmla="*/ 0 w 2303995"/>
              <a:gd name="connsiteY3" fmla="*/ 0 h 140017"/>
              <a:gd name="connsiteX4" fmla="*/ 0 w 2303995"/>
              <a:gd name="connsiteY4" fmla="*/ 140017 h 1400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03995" h="140017">
                <a:moveTo>
                  <a:pt x="0" y="140017"/>
                </a:moveTo>
                <a:lnTo>
                  <a:pt x="2303995" y="140017"/>
                </a:lnTo>
                <a:lnTo>
                  <a:pt x="2303995" y="0"/>
                </a:lnTo>
                <a:lnTo>
                  <a:pt x="0" y="0"/>
                </a:lnTo>
                <a:lnTo>
                  <a:pt x="0" y="140017"/>
                </a:lnTo>
                <a:close/>
              </a:path>
            </a:pathLst>
          </a:custGeom>
          <a:solidFill>
            <a:srgbClr val="4646B9">
              <a:alpha val="100000"/>
            </a:srgbClr>
          </a:solidFill>
          <a:ln w="12700">
            <a:solidFill>
              <a:srgbClr val="000000">
                <a:alpha val="0"/>
              </a:srgbClr>
            </a:solidFill>
          </a:ln>
          <a:effectLst/>
        </p:spPr>
        <p:style>
          <a:lnRef idx="2">
            <a:schemeClr val="accent1"/>
          </a:lnRef>
          <a:fillRef idx="0">
            <a:schemeClr val="accent1"/>
          </a:fillRef>
          <a:effectRef idx="1">
            <a:schemeClr val="accent1"/>
          </a:effectRef>
          <a:fontRef idx="minor">
            <a:schemeClr val="tx1"/>
          </a:fontRef>
        </p:style>
        <p:txBody>
          <a:bodyPr rtlCol="0" anchor="ctr"/>
          <a:lstStyle/>
          <a:p>
            <a:r>
              <a:rPr lang="en-US" sz="1400" dirty="0">
                <a:solidFill>
                  <a:srgbClr val="FFFFFF"/>
                </a:solidFill>
                <a:latin typeface="Times New Roman" panose="02020603050405020304" pitchFamily="18" charset="0"/>
                <a:cs typeface="Times New Roman" panose="02020603050405020304" pitchFamily="18" charset="0"/>
              </a:rPr>
              <a:t>Using expected durations</a:t>
            </a:r>
          </a:p>
        </p:txBody>
      </p:sp>
      <p:sp>
        <p:nvSpPr>
          <p:cNvPr id="25" name="TextBox 25"/>
          <p:cNvSpPr txBox="1"/>
          <p:nvPr/>
        </p:nvSpPr>
        <p:spPr>
          <a:xfrm>
            <a:off x="79179" y="543970"/>
            <a:ext cx="4431695" cy="1354217"/>
          </a:xfrm>
          <a:prstGeom prst="rect">
            <a:avLst/>
          </a:prstGeom>
          <a:noFill/>
        </p:spPr>
        <p:txBody>
          <a:bodyPr wrap="square" lIns="0" tIns="0" rIns="0" bIns="0" rtlCol="0">
            <a:spAutoFit/>
          </a:bodyPr>
          <a:lstStyle/>
          <a:p>
            <a:pPr marL="171450" indent="-171450">
              <a:buFont typeface="Arial" panose="020B0604020202020204" pitchFamily="34" charset="0"/>
              <a:buChar char="•"/>
            </a:pPr>
            <a:r>
              <a:rPr lang="en-US" sz="1100" dirty="0"/>
              <a:t>Expected durations are used to carry out a forward pass through a network, similar to CPM.</a:t>
            </a:r>
          </a:p>
          <a:p>
            <a:pPr marL="171450" indent="-171450">
              <a:buFont typeface="Arial" panose="020B0604020202020204" pitchFamily="34" charset="0"/>
              <a:buChar char="•"/>
            </a:pPr>
            <a:endParaRPr lang="en-US" sz="1100" dirty="0"/>
          </a:p>
          <a:p>
            <a:pPr marL="171450" indent="-171450">
              <a:buFont typeface="Arial" panose="020B0604020202020204" pitchFamily="34" charset="0"/>
              <a:buChar char="•"/>
            </a:pPr>
            <a:r>
              <a:rPr lang="en-US" sz="1100" dirty="0"/>
              <a:t>The calculated event dates are not the earliest possible dates the dates by which we expect to achieve those events.</a:t>
            </a:r>
          </a:p>
          <a:p>
            <a:pPr marL="171450" indent="-171450">
              <a:buFont typeface="Arial" panose="020B0604020202020204" pitchFamily="34" charset="0"/>
              <a:buChar char="•"/>
            </a:pPr>
            <a:endParaRPr lang="en-US" sz="1100" dirty="0"/>
          </a:p>
          <a:p>
            <a:pPr marL="171450" indent="-171450">
              <a:buFont typeface="Arial" panose="020B0604020202020204" pitchFamily="34" charset="0"/>
              <a:buChar char="•"/>
            </a:pPr>
            <a:endParaRPr lang="en-US" sz="1100" dirty="0"/>
          </a:p>
          <a:p>
            <a:pPr marL="171450" indent="-171450">
              <a:buFont typeface="Arial" panose="020B0604020202020204" pitchFamily="34" charset="0"/>
              <a:buChar char="•"/>
            </a:pPr>
            <a:endParaRPr lang="en-US" sz="1100" dirty="0"/>
          </a:p>
        </p:txBody>
      </p:sp>
      <p:sp>
        <p:nvSpPr>
          <p:cNvPr id="5" name="Freeform 22">
            <a:extLst>
              <a:ext uri="{FF2B5EF4-FFF2-40B4-BE49-F238E27FC236}">
                <a16:creationId xmlns:a16="http://schemas.microsoft.com/office/drawing/2014/main" id="{60367993-E6D8-4B4C-AC49-FCF20132C713}"/>
              </a:ext>
            </a:extLst>
          </p:cNvPr>
          <p:cNvSpPr/>
          <p:nvPr/>
        </p:nvSpPr>
        <p:spPr>
          <a:xfrm>
            <a:off x="4758" y="3366796"/>
            <a:ext cx="4603755" cy="95027"/>
          </a:xfrm>
          <a:custGeom>
            <a:avLst/>
            <a:gdLst>
              <a:gd name="connsiteX0" fmla="*/ 0 w 1535976"/>
              <a:gd name="connsiteY0" fmla="*/ 109651 h 109651"/>
              <a:gd name="connsiteX1" fmla="*/ 1535976 w 1535976"/>
              <a:gd name="connsiteY1" fmla="*/ 109651 h 109651"/>
              <a:gd name="connsiteX2" fmla="*/ 1535976 w 1535976"/>
              <a:gd name="connsiteY2" fmla="*/ 0 h 109651"/>
              <a:gd name="connsiteX3" fmla="*/ 0 w 1535976"/>
              <a:gd name="connsiteY3" fmla="*/ 0 h 109651"/>
              <a:gd name="connsiteX4" fmla="*/ 0 w 1535976"/>
              <a:gd name="connsiteY4" fmla="*/ 109651 h 1096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35976" h="109651">
                <a:moveTo>
                  <a:pt x="0" y="109651"/>
                </a:moveTo>
                <a:lnTo>
                  <a:pt x="1535976" y="109651"/>
                </a:lnTo>
                <a:lnTo>
                  <a:pt x="1535976" y="0"/>
                </a:lnTo>
                <a:lnTo>
                  <a:pt x="0" y="0"/>
                </a:lnTo>
                <a:lnTo>
                  <a:pt x="0" y="109651"/>
                </a:lnTo>
                <a:close/>
              </a:path>
            </a:pathLst>
          </a:custGeom>
          <a:solidFill>
            <a:srgbClr val="4646B9">
              <a:alpha val="100000"/>
            </a:srgbClr>
          </a:solidFill>
          <a:ln w="12700">
            <a:solidFill>
              <a:srgbClr val="000000">
                <a:alpha val="0"/>
              </a:srgbClr>
            </a:solidFill>
          </a:ln>
          <a:effectLst/>
        </p:spPr>
        <p:style>
          <a:lnRef idx="2">
            <a:schemeClr val="accent1"/>
          </a:lnRef>
          <a:fillRef idx="0">
            <a:schemeClr val="accent1"/>
          </a:fillRef>
          <a:effectRef idx="1">
            <a:schemeClr val="accent1"/>
          </a:effectRef>
          <a:fontRef idx="minor">
            <a:schemeClr val="tx1"/>
          </a:fontRef>
        </p:style>
        <p:txBody>
          <a:bodyPr rtlCol="0" anchor="ctr"/>
          <a:lstStyle/>
          <a:p>
            <a:pPr marL="0" marR="0" lvl="0" indent="0" algn="l" defTabSz="913393" rtl="0" eaLnBrk="1" fontAlgn="auto" latinLnBrk="0" hangingPunct="1">
              <a:lnSpc>
                <a:spcPct val="100000"/>
              </a:lnSpc>
              <a:spcBef>
                <a:spcPts val="0"/>
              </a:spcBef>
              <a:spcAft>
                <a:spcPts val="0"/>
              </a:spcAft>
              <a:buClrTx/>
              <a:buSzTx/>
              <a:buFontTx/>
              <a:buNone/>
              <a:tabLst/>
              <a:defRPr/>
            </a:pPr>
            <a:endParaRPr kumimoji="0" lang="en-US" sz="600" b="0" i="0" u="none" strike="noStrike" kern="1200" cap="none" spc="0" normalizeH="0" baseline="0" noProof="0" dirty="0">
              <a:ln>
                <a:noFill/>
              </a:ln>
              <a:solidFill>
                <a:prstClr val="black"/>
              </a:solidFill>
              <a:effectLst/>
              <a:uLnTx/>
              <a:uFillTx/>
              <a:latin typeface="Calibri"/>
              <a:ea typeface="+mn-ea"/>
              <a:cs typeface="Arial" panose="020B0604020202020204" pitchFamily="34" charset="0"/>
            </a:endParaRPr>
          </a:p>
        </p:txBody>
      </p:sp>
      <p:sp>
        <p:nvSpPr>
          <p:cNvPr id="8" name="Footer Placeholder 3">
            <a:extLst>
              <a:ext uri="{FF2B5EF4-FFF2-40B4-BE49-F238E27FC236}">
                <a16:creationId xmlns:a16="http://schemas.microsoft.com/office/drawing/2014/main" id="{6F242E51-DF16-4C1F-A071-C7488362798C}"/>
              </a:ext>
            </a:extLst>
          </p:cNvPr>
          <p:cNvSpPr txBox="1">
            <a:spLocks/>
          </p:cNvSpPr>
          <p:nvPr/>
        </p:nvSpPr>
        <p:spPr>
          <a:xfrm>
            <a:off x="4262618" y="3318894"/>
            <a:ext cx="248256" cy="126751"/>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2700" marR="0" lvl="0" indent="0" algn="l" defTabSz="914400" rtl="0" eaLnBrk="1" fontAlgn="auto" latinLnBrk="0" hangingPunct="1">
              <a:lnSpc>
                <a:spcPts val="675"/>
              </a:lnSpc>
              <a:spcBef>
                <a:spcPts val="0"/>
              </a:spcBef>
              <a:spcAft>
                <a:spcPts val="0"/>
              </a:spcAft>
              <a:buClrTx/>
              <a:buSzTx/>
              <a:buFontTx/>
              <a:buNone/>
              <a:tabLst/>
              <a:defRPr/>
            </a:pPr>
            <a:endParaRPr kumimoji="0" lang="en-IN" sz="600" b="0" i="0" u="none" strike="noStrike" kern="1200" cap="none" spc="-15" normalizeH="0" baseline="0" noProof="0" dirty="0">
              <a:ln>
                <a:noFill/>
              </a:ln>
              <a:solidFill>
                <a:prstClr val="white"/>
              </a:solidFill>
              <a:effectLst/>
              <a:uLnTx/>
              <a:uFillTx/>
              <a:latin typeface="Calibri"/>
              <a:ea typeface="+mn-ea"/>
              <a:cs typeface="Arial"/>
            </a:endParaRPr>
          </a:p>
        </p:txBody>
      </p:sp>
      <p:pic>
        <p:nvPicPr>
          <p:cNvPr id="3" name="Picture 2">
            <a:extLst>
              <a:ext uri="{FF2B5EF4-FFF2-40B4-BE49-F238E27FC236}">
                <a16:creationId xmlns:a16="http://schemas.microsoft.com/office/drawing/2014/main" id="{CD05EC64-8B2D-4AF5-9344-9BE25BB09F87}"/>
              </a:ext>
            </a:extLst>
          </p:cNvPr>
          <p:cNvPicPr>
            <a:picLocks noChangeAspect="1"/>
          </p:cNvPicPr>
          <p:nvPr/>
        </p:nvPicPr>
        <p:blipFill>
          <a:blip r:embed="rId3"/>
          <a:stretch>
            <a:fillRect/>
          </a:stretch>
        </p:blipFill>
        <p:spPr>
          <a:xfrm>
            <a:off x="1428758" y="1668780"/>
            <a:ext cx="1596382" cy="867731"/>
          </a:xfrm>
          <a:prstGeom prst="rect">
            <a:avLst/>
          </a:prstGeom>
        </p:spPr>
      </p:pic>
    </p:spTree>
    <p:extLst>
      <p:ext uri="{BB962C8B-B14F-4D97-AF65-F5344CB8AC3E}">
        <p14:creationId xmlns:p14="http://schemas.microsoft.com/office/powerpoint/2010/main" val="353174080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Freeform 20"/>
          <p:cNvSpPr/>
          <p:nvPr/>
        </p:nvSpPr>
        <p:spPr>
          <a:xfrm>
            <a:off x="2378" y="1785"/>
            <a:ext cx="4603757" cy="336543"/>
          </a:xfrm>
          <a:custGeom>
            <a:avLst/>
            <a:gdLst>
              <a:gd name="connsiteX0" fmla="*/ 0 w 2303995"/>
              <a:gd name="connsiteY0" fmla="*/ 140017 h 140017"/>
              <a:gd name="connsiteX1" fmla="*/ 2303995 w 2303995"/>
              <a:gd name="connsiteY1" fmla="*/ 140017 h 140017"/>
              <a:gd name="connsiteX2" fmla="*/ 2303995 w 2303995"/>
              <a:gd name="connsiteY2" fmla="*/ 0 h 140017"/>
              <a:gd name="connsiteX3" fmla="*/ 0 w 2303995"/>
              <a:gd name="connsiteY3" fmla="*/ 0 h 140017"/>
              <a:gd name="connsiteX4" fmla="*/ 0 w 2303995"/>
              <a:gd name="connsiteY4" fmla="*/ 140017 h 1400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03995" h="140017">
                <a:moveTo>
                  <a:pt x="0" y="140017"/>
                </a:moveTo>
                <a:lnTo>
                  <a:pt x="2303995" y="140017"/>
                </a:lnTo>
                <a:lnTo>
                  <a:pt x="2303995" y="0"/>
                </a:lnTo>
                <a:lnTo>
                  <a:pt x="0" y="0"/>
                </a:lnTo>
                <a:lnTo>
                  <a:pt x="0" y="140017"/>
                </a:lnTo>
                <a:close/>
              </a:path>
            </a:pathLst>
          </a:custGeom>
          <a:solidFill>
            <a:srgbClr val="4646B9">
              <a:alpha val="100000"/>
            </a:srgbClr>
          </a:solidFill>
          <a:ln w="12700">
            <a:solidFill>
              <a:srgbClr val="000000">
                <a:alpha val="0"/>
              </a:srgbClr>
            </a:solidFill>
          </a:ln>
          <a:effectLst/>
        </p:spPr>
        <p:style>
          <a:lnRef idx="2">
            <a:schemeClr val="accent1"/>
          </a:lnRef>
          <a:fillRef idx="0">
            <a:schemeClr val="accent1"/>
          </a:fillRef>
          <a:effectRef idx="1">
            <a:schemeClr val="accent1"/>
          </a:effectRef>
          <a:fontRef idx="minor">
            <a:schemeClr val="tx1"/>
          </a:fontRef>
        </p:style>
        <p:txBody>
          <a:bodyPr rtlCol="0" anchor="ctr"/>
          <a:lstStyle/>
          <a:p>
            <a:r>
              <a:rPr lang="en-US" sz="1400" dirty="0">
                <a:solidFill>
                  <a:srgbClr val="FFFFFF"/>
                </a:solidFill>
                <a:latin typeface="Times New Roman" panose="02020603050405020304" pitchFamily="18" charset="0"/>
                <a:cs typeface="Times New Roman" panose="02020603050405020304" pitchFamily="18" charset="0"/>
              </a:rPr>
              <a:t>Using expected durations</a:t>
            </a:r>
          </a:p>
        </p:txBody>
      </p:sp>
      <p:sp>
        <p:nvSpPr>
          <p:cNvPr id="25" name="TextBox 25"/>
          <p:cNvSpPr txBox="1"/>
          <p:nvPr/>
        </p:nvSpPr>
        <p:spPr>
          <a:xfrm>
            <a:off x="79179" y="543970"/>
            <a:ext cx="4431695" cy="338554"/>
          </a:xfrm>
          <a:prstGeom prst="rect">
            <a:avLst/>
          </a:prstGeom>
          <a:noFill/>
        </p:spPr>
        <p:txBody>
          <a:bodyPr wrap="square" lIns="0" tIns="0" rIns="0" bIns="0" rtlCol="0">
            <a:spAutoFit/>
          </a:bodyPr>
          <a:lstStyle/>
          <a:p>
            <a:pPr marL="171450" indent="-171450">
              <a:buFont typeface="Arial" panose="020B0604020202020204" pitchFamily="34" charset="0"/>
              <a:buChar char="•"/>
            </a:pPr>
            <a:endParaRPr lang="en-US" sz="1100" dirty="0"/>
          </a:p>
          <a:p>
            <a:pPr marL="171450" indent="-171450">
              <a:buFont typeface="Arial" panose="020B0604020202020204" pitchFamily="34" charset="0"/>
              <a:buChar char="•"/>
            </a:pPr>
            <a:endParaRPr lang="en-US" sz="1100" dirty="0"/>
          </a:p>
        </p:txBody>
      </p:sp>
      <p:sp>
        <p:nvSpPr>
          <p:cNvPr id="5" name="Freeform 22">
            <a:extLst>
              <a:ext uri="{FF2B5EF4-FFF2-40B4-BE49-F238E27FC236}">
                <a16:creationId xmlns:a16="http://schemas.microsoft.com/office/drawing/2014/main" id="{60367993-E6D8-4B4C-AC49-FCF20132C713}"/>
              </a:ext>
            </a:extLst>
          </p:cNvPr>
          <p:cNvSpPr/>
          <p:nvPr/>
        </p:nvSpPr>
        <p:spPr>
          <a:xfrm>
            <a:off x="4758" y="3366796"/>
            <a:ext cx="4603755" cy="95027"/>
          </a:xfrm>
          <a:custGeom>
            <a:avLst/>
            <a:gdLst>
              <a:gd name="connsiteX0" fmla="*/ 0 w 1535976"/>
              <a:gd name="connsiteY0" fmla="*/ 109651 h 109651"/>
              <a:gd name="connsiteX1" fmla="*/ 1535976 w 1535976"/>
              <a:gd name="connsiteY1" fmla="*/ 109651 h 109651"/>
              <a:gd name="connsiteX2" fmla="*/ 1535976 w 1535976"/>
              <a:gd name="connsiteY2" fmla="*/ 0 h 109651"/>
              <a:gd name="connsiteX3" fmla="*/ 0 w 1535976"/>
              <a:gd name="connsiteY3" fmla="*/ 0 h 109651"/>
              <a:gd name="connsiteX4" fmla="*/ 0 w 1535976"/>
              <a:gd name="connsiteY4" fmla="*/ 109651 h 1096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35976" h="109651">
                <a:moveTo>
                  <a:pt x="0" y="109651"/>
                </a:moveTo>
                <a:lnTo>
                  <a:pt x="1535976" y="109651"/>
                </a:lnTo>
                <a:lnTo>
                  <a:pt x="1535976" y="0"/>
                </a:lnTo>
                <a:lnTo>
                  <a:pt x="0" y="0"/>
                </a:lnTo>
                <a:lnTo>
                  <a:pt x="0" y="109651"/>
                </a:lnTo>
                <a:close/>
              </a:path>
            </a:pathLst>
          </a:custGeom>
          <a:solidFill>
            <a:srgbClr val="4646B9">
              <a:alpha val="100000"/>
            </a:srgbClr>
          </a:solidFill>
          <a:ln w="12700">
            <a:solidFill>
              <a:srgbClr val="000000">
                <a:alpha val="0"/>
              </a:srgbClr>
            </a:solidFill>
          </a:ln>
          <a:effectLst/>
        </p:spPr>
        <p:style>
          <a:lnRef idx="2">
            <a:schemeClr val="accent1"/>
          </a:lnRef>
          <a:fillRef idx="0">
            <a:schemeClr val="accent1"/>
          </a:fillRef>
          <a:effectRef idx="1">
            <a:schemeClr val="accent1"/>
          </a:effectRef>
          <a:fontRef idx="minor">
            <a:schemeClr val="tx1"/>
          </a:fontRef>
        </p:style>
        <p:txBody>
          <a:bodyPr rtlCol="0" anchor="ctr"/>
          <a:lstStyle/>
          <a:p>
            <a:pPr marL="0" marR="0" lvl="0" indent="0" algn="l" defTabSz="913393" rtl="0" eaLnBrk="1" fontAlgn="auto" latinLnBrk="0" hangingPunct="1">
              <a:lnSpc>
                <a:spcPct val="100000"/>
              </a:lnSpc>
              <a:spcBef>
                <a:spcPts val="0"/>
              </a:spcBef>
              <a:spcAft>
                <a:spcPts val="0"/>
              </a:spcAft>
              <a:buClrTx/>
              <a:buSzTx/>
              <a:buFontTx/>
              <a:buNone/>
              <a:tabLst/>
              <a:defRPr/>
            </a:pPr>
            <a:endParaRPr kumimoji="0" lang="en-US" sz="600" b="0" i="0" u="none" strike="noStrike" kern="1200" cap="none" spc="0" normalizeH="0" baseline="0" noProof="0" dirty="0">
              <a:ln>
                <a:noFill/>
              </a:ln>
              <a:solidFill>
                <a:prstClr val="black"/>
              </a:solidFill>
              <a:effectLst/>
              <a:uLnTx/>
              <a:uFillTx/>
              <a:latin typeface="Calibri"/>
              <a:ea typeface="+mn-ea"/>
              <a:cs typeface="Arial" panose="020B0604020202020204" pitchFamily="34" charset="0"/>
            </a:endParaRPr>
          </a:p>
        </p:txBody>
      </p:sp>
      <p:sp>
        <p:nvSpPr>
          <p:cNvPr id="8" name="Footer Placeholder 3">
            <a:extLst>
              <a:ext uri="{FF2B5EF4-FFF2-40B4-BE49-F238E27FC236}">
                <a16:creationId xmlns:a16="http://schemas.microsoft.com/office/drawing/2014/main" id="{6F242E51-DF16-4C1F-A071-C7488362798C}"/>
              </a:ext>
            </a:extLst>
          </p:cNvPr>
          <p:cNvSpPr txBox="1">
            <a:spLocks/>
          </p:cNvSpPr>
          <p:nvPr/>
        </p:nvSpPr>
        <p:spPr>
          <a:xfrm>
            <a:off x="4262618" y="3318894"/>
            <a:ext cx="248256" cy="126751"/>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2700" marR="0" lvl="0" indent="0" algn="l" defTabSz="914400" rtl="0" eaLnBrk="1" fontAlgn="auto" latinLnBrk="0" hangingPunct="1">
              <a:lnSpc>
                <a:spcPts val="675"/>
              </a:lnSpc>
              <a:spcBef>
                <a:spcPts val="0"/>
              </a:spcBef>
              <a:spcAft>
                <a:spcPts val="0"/>
              </a:spcAft>
              <a:buClrTx/>
              <a:buSzTx/>
              <a:buFontTx/>
              <a:buNone/>
              <a:tabLst/>
              <a:defRPr/>
            </a:pPr>
            <a:endParaRPr kumimoji="0" lang="en-IN" sz="600" b="0" i="0" u="none" strike="noStrike" kern="1200" cap="none" spc="-15" normalizeH="0" baseline="0" noProof="0" dirty="0">
              <a:ln>
                <a:noFill/>
              </a:ln>
              <a:solidFill>
                <a:prstClr val="white"/>
              </a:solidFill>
              <a:effectLst/>
              <a:uLnTx/>
              <a:uFillTx/>
              <a:latin typeface="Calibri"/>
              <a:ea typeface="+mn-ea"/>
              <a:cs typeface="Arial"/>
            </a:endParaRPr>
          </a:p>
        </p:txBody>
      </p:sp>
      <p:pic>
        <p:nvPicPr>
          <p:cNvPr id="2" name="Picture 1">
            <a:extLst>
              <a:ext uri="{FF2B5EF4-FFF2-40B4-BE49-F238E27FC236}">
                <a16:creationId xmlns:a16="http://schemas.microsoft.com/office/drawing/2014/main" id="{F00BB650-B0FB-4685-A1E2-5DC8A30142DF}"/>
              </a:ext>
            </a:extLst>
          </p:cNvPr>
          <p:cNvPicPr>
            <a:picLocks noChangeAspect="1"/>
          </p:cNvPicPr>
          <p:nvPr/>
        </p:nvPicPr>
        <p:blipFill>
          <a:blip r:embed="rId3"/>
          <a:stretch>
            <a:fillRect/>
          </a:stretch>
        </p:blipFill>
        <p:spPr>
          <a:xfrm>
            <a:off x="109696" y="667679"/>
            <a:ext cx="4389120" cy="2120630"/>
          </a:xfrm>
          <a:prstGeom prst="rect">
            <a:avLst/>
          </a:prstGeom>
        </p:spPr>
      </p:pic>
    </p:spTree>
    <p:extLst>
      <p:ext uri="{BB962C8B-B14F-4D97-AF65-F5344CB8AC3E}">
        <p14:creationId xmlns:p14="http://schemas.microsoft.com/office/powerpoint/2010/main" val="68073345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Freeform 20"/>
          <p:cNvSpPr/>
          <p:nvPr/>
        </p:nvSpPr>
        <p:spPr>
          <a:xfrm>
            <a:off x="2378" y="1785"/>
            <a:ext cx="4603757" cy="336543"/>
          </a:xfrm>
          <a:custGeom>
            <a:avLst/>
            <a:gdLst>
              <a:gd name="connsiteX0" fmla="*/ 0 w 2303995"/>
              <a:gd name="connsiteY0" fmla="*/ 140017 h 140017"/>
              <a:gd name="connsiteX1" fmla="*/ 2303995 w 2303995"/>
              <a:gd name="connsiteY1" fmla="*/ 140017 h 140017"/>
              <a:gd name="connsiteX2" fmla="*/ 2303995 w 2303995"/>
              <a:gd name="connsiteY2" fmla="*/ 0 h 140017"/>
              <a:gd name="connsiteX3" fmla="*/ 0 w 2303995"/>
              <a:gd name="connsiteY3" fmla="*/ 0 h 140017"/>
              <a:gd name="connsiteX4" fmla="*/ 0 w 2303995"/>
              <a:gd name="connsiteY4" fmla="*/ 140017 h 1400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03995" h="140017">
                <a:moveTo>
                  <a:pt x="0" y="140017"/>
                </a:moveTo>
                <a:lnTo>
                  <a:pt x="2303995" y="140017"/>
                </a:lnTo>
                <a:lnTo>
                  <a:pt x="2303995" y="0"/>
                </a:lnTo>
                <a:lnTo>
                  <a:pt x="0" y="0"/>
                </a:lnTo>
                <a:lnTo>
                  <a:pt x="0" y="140017"/>
                </a:lnTo>
                <a:close/>
              </a:path>
            </a:pathLst>
          </a:custGeom>
          <a:solidFill>
            <a:srgbClr val="4646B9">
              <a:alpha val="100000"/>
            </a:srgbClr>
          </a:solidFill>
          <a:ln w="12700">
            <a:solidFill>
              <a:srgbClr val="000000">
                <a:alpha val="0"/>
              </a:srgbClr>
            </a:solidFill>
          </a:ln>
          <a:effectLst/>
        </p:spPr>
        <p:style>
          <a:lnRef idx="2">
            <a:schemeClr val="accent1"/>
          </a:lnRef>
          <a:fillRef idx="0">
            <a:schemeClr val="accent1"/>
          </a:fillRef>
          <a:effectRef idx="1">
            <a:schemeClr val="accent1"/>
          </a:effectRef>
          <a:fontRef idx="minor">
            <a:schemeClr val="tx1"/>
          </a:fontRef>
        </p:style>
        <p:txBody>
          <a:bodyPr rtlCol="0" anchor="ctr"/>
          <a:lstStyle/>
          <a:p>
            <a:r>
              <a:rPr lang="en-US" sz="1400" dirty="0">
                <a:solidFill>
                  <a:srgbClr val="FFFFFF"/>
                </a:solidFill>
                <a:latin typeface="Times New Roman" panose="02020603050405020304" pitchFamily="18" charset="0"/>
                <a:cs typeface="Times New Roman" panose="02020603050405020304" pitchFamily="18" charset="0"/>
              </a:rPr>
              <a:t>Activity standard deviations</a:t>
            </a:r>
          </a:p>
        </p:txBody>
      </p:sp>
      <p:sp>
        <p:nvSpPr>
          <p:cNvPr id="25" name="TextBox 25"/>
          <p:cNvSpPr txBox="1"/>
          <p:nvPr/>
        </p:nvSpPr>
        <p:spPr>
          <a:xfrm>
            <a:off x="79179" y="543970"/>
            <a:ext cx="4431695" cy="1354217"/>
          </a:xfrm>
          <a:prstGeom prst="rect">
            <a:avLst/>
          </a:prstGeom>
          <a:noFill/>
        </p:spPr>
        <p:txBody>
          <a:bodyPr wrap="square" lIns="0" tIns="0" rIns="0" bIns="0" rtlCol="0">
            <a:spAutoFit/>
          </a:bodyPr>
          <a:lstStyle/>
          <a:p>
            <a:pPr marL="171450" indent="-171450">
              <a:buFont typeface="Arial" panose="020B0604020202020204" pitchFamily="34" charset="0"/>
              <a:buChar char="•"/>
            </a:pPr>
            <a:r>
              <a:rPr lang="en-US" sz="1100" dirty="0"/>
              <a:t>A quantitative measure of the degree of uncertainty of an activity duration estimate may be obtained by calculating standard deviation s of an activity time</a:t>
            </a:r>
          </a:p>
          <a:p>
            <a:pPr marL="171450" indent="-171450">
              <a:buFont typeface="Arial" panose="020B0604020202020204" pitchFamily="34" charset="0"/>
              <a:buChar char="•"/>
            </a:pPr>
            <a:endParaRPr lang="en-US" sz="1100" dirty="0"/>
          </a:p>
          <a:p>
            <a:pPr marL="628650" lvl="1" indent="-171450">
              <a:buFont typeface="Arial" panose="020B0604020202020204" pitchFamily="34" charset="0"/>
              <a:buChar char="•"/>
            </a:pPr>
            <a:r>
              <a:rPr lang="en-US" sz="1100" dirty="0"/>
              <a:t>S=(b-a)/6</a:t>
            </a:r>
          </a:p>
          <a:p>
            <a:pPr marL="171450" indent="-171450">
              <a:buFont typeface="Arial" panose="020B0604020202020204" pitchFamily="34" charset="0"/>
              <a:buChar char="•"/>
            </a:pPr>
            <a:endParaRPr lang="en-US" sz="1100" dirty="0"/>
          </a:p>
          <a:p>
            <a:pPr marL="171450" indent="-171450">
              <a:buFont typeface="Arial" panose="020B0604020202020204" pitchFamily="34" charset="0"/>
              <a:buChar char="•"/>
            </a:pPr>
            <a:endParaRPr lang="en-US" sz="1100" dirty="0"/>
          </a:p>
          <a:p>
            <a:pPr marL="171450" indent="-171450">
              <a:buFont typeface="Arial" panose="020B0604020202020204" pitchFamily="34" charset="0"/>
              <a:buChar char="•"/>
            </a:pPr>
            <a:endParaRPr lang="en-US" sz="1100" dirty="0"/>
          </a:p>
        </p:txBody>
      </p:sp>
      <p:sp>
        <p:nvSpPr>
          <p:cNvPr id="5" name="Freeform 22">
            <a:extLst>
              <a:ext uri="{FF2B5EF4-FFF2-40B4-BE49-F238E27FC236}">
                <a16:creationId xmlns:a16="http://schemas.microsoft.com/office/drawing/2014/main" id="{60367993-E6D8-4B4C-AC49-FCF20132C713}"/>
              </a:ext>
            </a:extLst>
          </p:cNvPr>
          <p:cNvSpPr/>
          <p:nvPr/>
        </p:nvSpPr>
        <p:spPr>
          <a:xfrm>
            <a:off x="4758" y="3366796"/>
            <a:ext cx="4603755" cy="95027"/>
          </a:xfrm>
          <a:custGeom>
            <a:avLst/>
            <a:gdLst>
              <a:gd name="connsiteX0" fmla="*/ 0 w 1535976"/>
              <a:gd name="connsiteY0" fmla="*/ 109651 h 109651"/>
              <a:gd name="connsiteX1" fmla="*/ 1535976 w 1535976"/>
              <a:gd name="connsiteY1" fmla="*/ 109651 h 109651"/>
              <a:gd name="connsiteX2" fmla="*/ 1535976 w 1535976"/>
              <a:gd name="connsiteY2" fmla="*/ 0 h 109651"/>
              <a:gd name="connsiteX3" fmla="*/ 0 w 1535976"/>
              <a:gd name="connsiteY3" fmla="*/ 0 h 109651"/>
              <a:gd name="connsiteX4" fmla="*/ 0 w 1535976"/>
              <a:gd name="connsiteY4" fmla="*/ 109651 h 1096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35976" h="109651">
                <a:moveTo>
                  <a:pt x="0" y="109651"/>
                </a:moveTo>
                <a:lnTo>
                  <a:pt x="1535976" y="109651"/>
                </a:lnTo>
                <a:lnTo>
                  <a:pt x="1535976" y="0"/>
                </a:lnTo>
                <a:lnTo>
                  <a:pt x="0" y="0"/>
                </a:lnTo>
                <a:lnTo>
                  <a:pt x="0" y="109651"/>
                </a:lnTo>
                <a:close/>
              </a:path>
            </a:pathLst>
          </a:custGeom>
          <a:solidFill>
            <a:srgbClr val="4646B9">
              <a:alpha val="100000"/>
            </a:srgbClr>
          </a:solidFill>
          <a:ln w="12700">
            <a:solidFill>
              <a:srgbClr val="000000">
                <a:alpha val="0"/>
              </a:srgbClr>
            </a:solidFill>
          </a:ln>
          <a:effectLst/>
        </p:spPr>
        <p:style>
          <a:lnRef idx="2">
            <a:schemeClr val="accent1"/>
          </a:lnRef>
          <a:fillRef idx="0">
            <a:schemeClr val="accent1"/>
          </a:fillRef>
          <a:effectRef idx="1">
            <a:schemeClr val="accent1"/>
          </a:effectRef>
          <a:fontRef idx="minor">
            <a:schemeClr val="tx1"/>
          </a:fontRef>
        </p:style>
        <p:txBody>
          <a:bodyPr rtlCol="0" anchor="ctr"/>
          <a:lstStyle/>
          <a:p>
            <a:pPr marL="0" marR="0" lvl="0" indent="0" algn="l" defTabSz="913393" rtl="0" eaLnBrk="1" fontAlgn="auto" latinLnBrk="0" hangingPunct="1">
              <a:lnSpc>
                <a:spcPct val="100000"/>
              </a:lnSpc>
              <a:spcBef>
                <a:spcPts val="0"/>
              </a:spcBef>
              <a:spcAft>
                <a:spcPts val="0"/>
              </a:spcAft>
              <a:buClrTx/>
              <a:buSzTx/>
              <a:buFontTx/>
              <a:buNone/>
              <a:tabLst/>
              <a:defRPr/>
            </a:pPr>
            <a:endParaRPr kumimoji="0" lang="en-US" sz="600" b="0" i="0" u="none" strike="noStrike" kern="1200" cap="none" spc="0" normalizeH="0" baseline="0" noProof="0" dirty="0">
              <a:ln>
                <a:noFill/>
              </a:ln>
              <a:solidFill>
                <a:prstClr val="black"/>
              </a:solidFill>
              <a:effectLst/>
              <a:uLnTx/>
              <a:uFillTx/>
              <a:latin typeface="Calibri"/>
              <a:ea typeface="+mn-ea"/>
              <a:cs typeface="Arial" panose="020B0604020202020204" pitchFamily="34" charset="0"/>
            </a:endParaRPr>
          </a:p>
        </p:txBody>
      </p:sp>
      <p:sp>
        <p:nvSpPr>
          <p:cNvPr id="8" name="Footer Placeholder 3">
            <a:extLst>
              <a:ext uri="{FF2B5EF4-FFF2-40B4-BE49-F238E27FC236}">
                <a16:creationId xmlns:a16="http://schemas.microsoft.com/office/drawing/2014/main" id="{6F242E51-DF16-4C1F-A071-C7488362798C}"/>
              </a:ext>
            </a:extLst>
          </p:cNvPr>
          <p:cNvSpPr txBox="1">
            <a:spLocks/>
          </p:cNvSpPr>
          <p:nvPr/>
        </p:nvSpPr>
        <p:spPr>
          <a:xfrm>
            <a:off x="4262618" y="3318894"/>
            <a:ext cx="248256" cy="126751"/>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2700" marR="0" lvl="0" indent="0" algn="l" defTabSz="914400" rtl="0" eaLnBrk="1" fontAlgn="auto" latinLnBrk="0" hangingPunct="1">
              <a:lnSpc>
                <a:spcPts val="675"/>
              </a:lnSpc>
              <a:spcBef>
                <a:spcPts val="0"/>
              </a:spcBef>
              <a:spcAft>
                <a:spcPts val="0"/>
              </a:spcAft>
              <a:buClrTx/>
              <a:buSzTx/>
              <a:buFontTx/>
              <a:buNone/>
              <a:tabLst/>
              <a:defRPr/>
            </a:pPr>
            <a:endParaRPr kumimoji="0" lang="en-IN" sz="600" b="0" i="0" u="none" strike="noStrike" kern="1200" cap="none" spc="-15" normalizeH="0" baseline="0" noProof="0" dirty="0">
              <a:ln>
                <a:noFill/>
              </a:ln>
              <a:solidFill>
                <a:prstClr val="white"/>
              </a:solidFill>
              <a:effectLst/>
              <a:uLnTx/>
              <a:uFillTx/>
              <a:latin typeface="Calibri"/>
              <a:ea typeface="+mn-ea"/>
              <a:cs typeface="Arial"/>
            </a:endParaRPr>
          </a:p>
        </p:txBody>
      </p:sp>
    </p:spTree>
    <p:extLst>
      <p:ext uri="{BB962C8B-B14F-4D97-AF65-F5344CB8AC3E}">
        <p14:creationId xmlns:p14="http://schemas.microsoft.com/office/powerpoint/2010/main" val="1419301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Freeform 20"/>
          <p:cNvSpPr/>
          <p:nvPr/>
        </p:nvSpPr>
        <p:spPr>
          <a:xfrm>
            <a:off x="2378" y="1785"/>
            <a:ext cx="4603757" cy="336543"/>
          </a:xfrm>
          <a:custGeom>
            <a:avLst/>
            <a:gdLst>
              <a:gd name="connsiteX0" fmla="*/ 0 w 2303995"/>
              <a:gd name="connsiteY0" fmla="*/ 140017 h 140017"/>
              <a:gd name="connsiteX1" fmla="*/ 2303995 w 2303995"/>
              <a:gd name="connsiteY1" fmla="*/ 140017 h 140017"/>
              <a:gd name="connsiteX2" fmla="*/ 2303995 w 2303995"/>
              <a:gd name="connsiteY2" fmla="*/ 0 h 140017"/>
              <a:gd name="connsiteX3" fmla="*/ 0 w 2303995"/>
              <a:gd name="connsiteY3" fmla="*/ 0 h 140017"/>
              <a:gd name="connsiteX4" fmla="*/ 0 w 2303995"/>
              <a:gd name="connsiteY4" fmla="*/ 140017 h 1400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03995" h="140017">
                <a:moveTo>
                  <a:pt x="0" y="140017"/>
                </a:moveTo>
                <a:lnTo>
                  <a:pt x="2303995" y="140017"/>
                </a:lnTo>
                <a:lnTo>
                  <a:pt x="2303995" y="0"/>
                </a:lnTo>
                <a:lnTo>
                  <a:pt x="0" y="0"/>
                </a:lnTo>
                <a:lnTo>
                  <a:pt x="0" y="140017"/>
                </a:lnTo>
                <a:close/>
              </a:path>
            </a:pathLst>
          </a:custGeom>
          <a:solidFill>
            <a:srgbClr val="4646B9">
              <a:alpha val="100000"/>
            </a:srgbClr>
          </a:solidFill>
          <a:ln w="12700">
            <a:solidFill>
              <a:srgbClr val="000000">
                <a:alpha val="0"/>
              </a:srgbClr>
            </a:solidFill>
          </a:ln>
          <a:effectLst/>
        </p:spPr>
        <p:style>
          <a:lnRef idx="2">
            <a:schemeClr val="accent1"/>
          </a:lnRef>
          <a:fillRef idx="0">
            <a:schemeClr val="accent1"/>
          </a:fillRef>
          <a:effectRef idx="1">
            <a:schemeClr val="accent1"/>
          </a:effectRef>
          <a:fontRef idx="minor">
            <a:schemeClr val="tx1"/>
          </a:fontRef>
        </p:style>
        <p:txBody>
          <a:bodyPr rtlCol="0" anchor="ctr"/>
          <a:lstStyle/>
          <a:p>
            <a:r>
              <a:rPr lang="en-US" sz="1400" dirty="0">
                <a:solidFill>
                  <a:srgbClr val="FFFFFF"/>
                </a:solidFill>
                <a:latin typeface="Times New Roman" panose="02020603050405020304" pitchFamily="18" charset="0"/>
                <a:cs typeface="Times New Roman" panose="02020603050405020304" pitchFamily="18" charset="0"/>
              </a:rPr>
              <a:t>Likelihood of meeting targets</a:t>
            </a:r>
          </a:p>
        </p:txBody>
      </p:sp>
      <p:sp>
        <p:nvSpPr>
          <p:cNvPr id="25" name="TextBox 25"/>
          <p:cNvSpPr txBox="1"/>
          <p:nvPr/>
        </p:nvSpPr>
        <p:spPr>
          <a:xfrm>
            <a:off x="79179" y="543970"/>
            <a:ext cx="4431695" cy="1354217"/>
          </a:xfrm>
          <a:prstGeom prst="rect">
            <a:avLst/>
          </a:prstGeom>
          <a:noFill/>
        </p:spPr>
        <p:txBody>
          <a:bodyPr wrap="square" lIns="0" tIns="0" rIns="0" bIns="0" rtlCol="0">
            <a:spAutoFit/>
          </a:bodyPr>
          <a:lstStyle/>
          <a:p>
            <a:r>
              <a:rPr lang="en-IN" sz="1100" dirty="0"/>
              <a:t>To calculate the chance of meeting a deadline:</a:t>
            </a:r>
          </a:p>
          <a:p>
            <a:pPr marL="171450" indent="-171450">
              <a:buFont typeface="Arial" panose="020B0604020202020204" pitchFamily="34" charset="0"/>
              <a:buChar char="•"/>
            </a:pPr>
            <a:r>
              <a:rPr lang="en-IN" sz="1100" dirty="0"/>
              <a:t>Calculate the standard deviation of each project event.</a:t>
            </a:r>
          </a:p>
          <a:p>
            <a:pPr marL="171450" indent="-171450">
              <a:buFont typeface="Arial" panose="020B0604020202020204" pitchFamily="34" charset="0"/>
              <a:buChar char="•"/>
            </a:pPr>
            <a:r>
              <a:rPr lang="en-IN" sz="1100" dirty="0"/>
              <a:t>Calculate the z-value (how far the target is from the expected value in standard deviations).</a:t>
            </a:r>
          </a:p>
          <a:p>
            <a:pPr marL="171450" indent="-171450">
              <a:buFont typeface="Arial" panose="020B0604020202020204" pitchFamily="34" charset="0"/>
              <a:buChar char="•"/>
            </a:pPr>
            <a:r>
              <a:rPr lang="en-IN" sz="1100" dirty="0"/>
              <a:t>Convert z-value to probability using statistical tables (normal distribution).</a:t>
            </a:r>
          </a:p>
          <a:p>
            <a:pPr marL="171450" indent="-171450">
              <a:buFont typeface="Arial" panose="020B0604020202020204" pitchFamily="34" charset="0"/>
              <a:buChar char="•"/>
            </a:pPr>
            <a:endParaRPr lang="en-US" sz="1100" dirty="0"/>
          </a:p>
          <a:p>
            <a:pPr marL="171450" indent="-171450">
              <a:buFont typeface="Arial" panose="020B0604020202020204" pitchFamily="34" charset="0"/>
              <a:buChar char="•"/>
            </a:pPr>
            <a:endParaRPr lang="en-US" sz="1100" dirty="0"/>
          </a:p>
          <a:p>
            <a:pPr marL="171450" indent="-171450">
              <a:buFont typeface="Arial" panose="020B0604020202020204" pitchFamily="34" charset="0"/>
              <a:buChar char="•"/>
            </a:pPr>
            <a:endParaRPr lang="en-US" sz="1100" dirty="0"/>
          </a:p>
        </p:txBody>
      </p:sp>
      <p:sp>
        <p:nvSpPr>
          <p:cNvPr id="5" name="Freeform 22">
            <a:extLst>
              <a:ext uri="{FF2B5EF4-FFF2-40B4-BE49-F238E27FC236}">
                <a16:creationId xmlns:a16="http://schemas.microsoft.com/office/drawing/2014/main" id="{60367993-E6D8-4B4C-AC49-FCF20132C713}"/>
              </a:ext>
            </a:extLst>
          </p:cNvPr>
          <p:cNvSpPr/>
          <p:nvPr/>
        </p:nvSpPr>
        <p:spPr>
          <a:xfrm>
            <a:off x="4758" y="3366796"/>
            <a:ext cx="4603755" cy="95027"/>
          </a:xfrm>
          <a:custGeom>
            <a:avLst/>
            <a:gdLst>
              <a:gd name="connsiteX0" fmla="*/ 0 w 1535976"/>
              <a:gd name="connsiteY0" fmla="*/ 109651 h 109651"/>
              <a:gd name="connsiteX1" fmla="*/ 1535976 w 1535976"/>
              <a:gd name="connsiteY1" fmla="*/ 109651 h 109651"/>
              <a:gd name="connsiteX2" fmla="*/ 1535976 w 1535976"/>
              <a:gd name="connsiteY2" fmla="*/ 0 h 109651"/>
              <a:gd name="connsiteX3" fmla="*/ 0 w 1535976"/>
              <a:gd name="connsiteY3" fmla="*/ 0 h 109651"/>
              <a:gd name="connsiteX4" fmla="*/ 0 w 1535976"/>
              <a:gd name="connsiteY4" fmla="*/ 109651 h 1096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35976" h="109651">
                <a:moveTo>
                  <a:pt x="0" y="109651"/>
                </a:moveTo>
                <a:lnTo>
                  <a:pt x="1535976" y="109651"/>
                </a:lnTo>
                <a:lnTo>
                  <a:pt x="1535976" y="0"/>
                </a:lnTo>
                <a:lnTo>
                  <a:pt x="0" y="0"/>
                </a:lnTo>
                <a:lnTo>
                  <a:pt x="0" y="109651"/>
                </a:lnTo>
                <a:close/>
              </a:path>
            </a:pathLst>
          </a:custGeom>
          <a:solidFill>
            <a:srgbClr val="4646B9">
              <a:alpha val="100000"/>
            </a:srgbClr>
          </a:solidFill>
          <a:ln w="12700">
            <a:solidFill>
              <a:srgbClr val="000000">
                <a:alpha val="0"/>
              </a:srgbClr>
            </a:solidFill>
          </a:ln>
          <a:effectLst/>
        </p:spPr>
        <p:style>
          <a:lnRef idx="2">
            <a:schemeClr val="accent1"/>
          </a:lnRef>
          <a:fillRef idx="0">
            <a:schemeClr val="accent1"/>
          </a:fillRef>
          <a:effectRef idx="1">
            <a:schemeClr val="accent1"/>
          </a:effectRef>
          <a:fontRef idx="minor">
            <a:schemeClr val="tx1"/>
          </a:fontRef>
        </p:style>
        <p:txBody>
          <a:bodyPr rtlCol="0" anchor="ctr"/>
          <a:lstStyle/>
          <a:p>
            <a:pPr marL="0" marR="0" lvl="0" indent="0" algn="l" defTabSz="913393" rtl="0" eaLnBrk="1" fontAlgn="auto" latinLnBrk="0" hangingPunct="1">
              <a:lnSpc>
                <a:spcPct val="100000"/>
              </a:lnSpc>
              <a:spcBef>
                <a:spcPts val="0"/>
              </a:spcBef>
              <a:spcAft>
                <a:spcPts val="0"/>
              </a:spcAft>
              <a:buClrTx/>
              <a:buSzTx/>
              <a:buFontTx/>
              <a:buNone/>
              <a:tabLst/>
              <a:defRPr/>
            </a:pPr>
            <a:endParaRPr kumimoji="0" lang="en-US" sz="600" b="0" i="0" u="none" strike="noStrike" kern="1200" cap="none" spc="0" normalizeH="0" baseline="0" noProof="0" dirty="0">
              <a:ln>
                <a:noFill/>
              </a:ln>
              <a:solidFill>
                <a:prstClr val="black"/>
              </a:solidFill>
              <a:effectLst/>
              <a:uLnTx/>
              <a:uFillTx/>
              <a:latin typeface="Calibri"/>
              <a:ea typeface="+mn-ea"/>
              <a:cs typeface="Arial" panose="020B0604020202020204" pitchFamily="34" charset="0"/>
            </a:endParaRPr>
          </a:p>
        </p:txBody>
      </p:sp>
      <p:sp>
        <p:nvSpPr>
          <p:cNvPr id="8" name="Footer Placeholder 3">
            <a:extLst>
              <a:ext uri="{FF2B5EF4-FFF2-40B4-BE49-F238E27FC236}">
                <a16:creationId xmlns:a16="http://schemas.microsoft.com/office/drawing/2014/main" id="{6F242E51-DF16-4C1F-A071-C7488362798C}"/>
              </a:ext>
            </a:extLst>
          </p:cNvPr>
          <p:cNvSpPr txBox="1">
            <a:spLocks/>
          </p:cNvSpPr>
          <p:nvPr/>
        </p:nvSpPr>
        <p:spPr>
          <a:xfrm>
            <a:off x="4262618" y="3318894"/>
            <a:ext cx="248256" cy="126751"/>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2700" marR="0" lvl="0" indent="0" algn="l" defTabSz="914400" rtl="0" eaLnBrk="1" fontAlgn="auto" latinLnBrk="0" hangingPunct="1">
              <a:lnSpc>
                <a:spcPts val="675"/>
              </a:lnSpc>
              <a:spcBef>
                <a:spcPts val="0"/>
              </a:spcBef>
              <a:spcAft>
                <a:spcPts val="0"/>
              </a:spcAft>
              <a:buClrTx/>
              <a:buSzTx/>
              <a:buFontTx/>
              <a:buNone/>
              <a:tabLst/>
              <a:defRPr/>
            </a:pPr>
            <a:endParaRPr kumimoji="0" lang="en-IN" sz="600" b="0" i="0" u="none" strike="noStrike" kern="1200" cap="none" spc="-15" normalizeH="0" baseline="0" noProof="0" dirty="0">
              <a:ln>
                <a:noFill/>
              </a:ln>
              <a:solidFill>
                <a:prstClr val="white"/>
              </a:solidFill>
              <a:effectLst/>
              <a:uLnTx/>
              <a:uFillTx/>
              <a:latin typeface="Calibri"/>
              <a:ea typeface="+mn-ea"/>
              <a:cs typeface="Arial"/>
            </a:endParaRPr>
          </a:p>
        </p:txBody>
      </p:sp>
    </p:spTree>
    <p:extLst>
      <p:ext uri="{BB962C8B-B14F-4D97-AF65-F5344CB8AC3E}">
        <p14:creationId xmlns:p14="http://schemas.microsoft.com/office/powerpoint/2010/main" val="395737034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Freeform 20"/>
          <p:cNvSpPr/>
          <p:nvPr/>
        </p:nvSpPr>
        <p:spPr>
          <a:xfrm>
            <a:off x="2378" y="1785"/>
            <a:ext cx="4603757" cy="336543"/>
          </a:xfrm>
          <a:custGeom>
            <a:avLst/>
            <a:gdLst>
              <a:gd name="connsiteX0" fmla="*/ 0 w 2303995"/>
              <a:gd name="connsiteY0" fmla="*/ 140017 h 140017"/>
              <a:gd name="connsiteX1" fmla="*/ 2303995 w 2303995"/>
              <a:gd name="connsiteY1" fmla="*/ 140017 h 140017"/>
              <a:gd name="connsiteX2" fmla="*/ 2303995 w 2303995"/>
              <a:gd name="connsiteY2" fmla="*/ 0 h 140017"/>
              <a:gd name="connsiteX3" fmla="*/ 0 w 2303995"/>
              <a:gd name="connsiteY3" fmla="*/ 0 h 140017"/>
              <a:gd name="connsiteX4" fmla="*/ 0 w 2303995"/>
              <a:gd name="connsiteY4" fmla="*/ 140017 h 1400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03995" h="140017">
                <a:moveTo>
                  <a:pt x="0" y="140017"/>
                </a:moveTo>
                <a:lnTo>
                  <a:pt x="2303995" y="140017"/>
                </a:lnTo>
                <a:lnTo>
                  <a:pt x="2303995" y="0"/>
                </a:lnTo>
                <a:lnTo>
                  <a:pt x="0" y="0"/>
                </a:lnTo>
                <a:lnTo>
                  <a:pt x="0" y="140017"/>
                </a:lnTo>
                <a:close/>
              </a:path>
            </a:pathLst>
          </a:custGeom>
          <a:solidFill>
            <a:srgbClr val="4646B9">
              <a:alpha val="100000"/>
            </a:srgbClr>
          </a:solidFill>
          <a:ln w="12700">
            <a:solidFill>
              <a:srgbClr val="000000">
                <a:alpha val="0"/>
              </a:srgbClr>
            </a:solidFill>
          </a:ln>
          <a:effectLst/>
        </p:spPr>
        <p:style>
          <a:lnRef idx="2">
            <a:schemeClr val="accent1"/>
          </a:lnRef>
          <a:fillRef idx="0">
            <a:schemeClr val="accent1"/>
          </a:fillRef>
          <a:effectRef idx="1">
            <a:schemeClr val="accent1"/>
          </a:effectRef>
          <a:fontRef idx="minor">
            <a:schemeClr val="tx1"/>
          </a:fontRef>
        </p:style>
        <p:txBody>
          <a:bodyPr rtlCol="0" anchor="ctr"/>
          <a:lstStyle/>
          <a:p>
            <a:r>
              <a:rPr lang="en-US" sz="1400" dirty="0">
                <a:solidFill>
                  <a:srgbClr val="FFFFFF"/>
                </a:solidFill>
                <a:latin typeface="Times New Roman" panose="02020603050405020304" pitchFamily="18" charset="0"/>
                <a:cs typeface="Times New Roman" panose="02020603050405020304" pitchFamily="18" charset="0"/>
              </a:rPr>
              <a:t>Calculating standard deviation for event</a:t>
            </a:r>
          </a:p>
        </p:txBody>
      </p:sp>
      <mc:AlternateContent xmlns:mc="http://schemas.openxmlformats.org/markup-compatibility/2006" xmlns:a14="http://schemas.microsoft.com/office/drawing/2010/main">
        <mc:Choice Requires="a14">
          <p:sp>
            <p:nvSpPr>
              <p:cNvPr id="25" name="TextBox 25"/>
              <p:cNvSpPr txBox="1"/>
              <p:nvPr/>
            </p:nvSpPr>
            <p:spPr>
              <a:xfrm>
                <a:off x="4758" y="543970"/>
                <a:ext cx="4431695" cy="1529393"/>
              </a:xfrm>
              <a:prstGeom prst="rect">
                <a:avLst/>
              </a:prstGeom>
              <a:noFill/>
            </p:spPr>
            <p:txBody>
              <a:bodyPr wrap="square" lIns="0" tIns="0" rIns="0" bIns="0" rtlCol="0">
                <a:spAutoFit/>
              </a:bodyPr>
              <a:lstStyle/>
              <a:p>
                <a:pPr marL="285750" indent="-285750" algn="just">
                  <a:buFont typeface="Arial" panose="020B0604020202020204" pitchFamily="34" charset="0"/>
                  <a:buChar char="•"/>
                </a:pPr>
                <a:r>
                  <a:rPr lang="en-IN" sz="1100" dirty="0"/>
                  <a:t>A project event = milestone reached after some path of activities finishes.</a:t>
                </a:r>
              </a:p>
              <a:p>
                <a:pPr marL="285750" indent="-285750" algn="just">
                  <a:buFont typeface="Arial" panose="020B0604020202020204" pitchFamily="34" charset="0"/>
                  <a:buChar char="•"/>
                </a:pPr>
                <a:r>
                  <a:rPr lang="en-IN" sz="1100" dirty="0"/>
                  <a:t>If the path has multiple activities in series, we add variances:</a:t>
                </a:r>
              </a:p>
              <a:p>
                <a:pPr algn="just"/>
                <a:endParaRPr lang="en-IN" sz="1100" dirty="0"/>
              </a:p>
              <a:p>
                <a:pPr algn="just"/>
                <a14:m>
                  <m:oMathPara xmlns:m="http://schemas.openxmlformats.org/officeDocument/2006/math">
                    <m:oMathParaPr>
                      <m:jc m:val="centerGroup"/>
                    </m:oMathParaPr>
                    <m:oMath xmlns:m="http://schemas.openxmlformats.org/officeDocument/2006/math">
                      <m:sSub>
                        <m:sSubPr>
                          <m:ctrlPr>
                            <a:rPr lang="en-IN" sz="1100" i="1">
                              <a:latin typeface="Cambria Math" panose="02040503050406030204" pitchFamily="18" charset="0"/>
                            </a:rPr>
                          </m:ctrlPr>
                        </m:sSubPr>
                        <m:e>
                          <m:r>
                            <a:rPr lang="en-IN" sz="1100" b="0" i="1" smtClean="0">
                              <a:latin typeface="Cambria Math" panose="02040503050406030204" pitchFamily="18" charset="0"/>
                            </a:rPr>
                            <m:t>𝜎</m:t>
                          </m:r>
                        </m:e>
                        <m:sub>
                          <m:r>
                            <a:rPr lang="en-IN" sz="1100" b="0" i="1" smtClean="0">
                              <a:latin typeface="Cambria Math" panose="02040503050406030204" pitchFamily="18" charset="0"/>
                            </a:rPr>
                            <m:t>𝑝𝑎𝑡h</m:t>
                          </m:r>
                        </m:sub>
                      </m:sSub>
                      <m:r>
                        <a:rPr lang="en-IN" sz="1100" b="0" smtClean="0">
                          <a:latin typeface="Cambria Math" panose="02040503050406030204" pitchFamily="18" charset="0"/>
                        </a:rPr>
                        <m:t>=</m:t>
                      </m:r>
                      <m:rad>
                        <m:radPr>
                          <m:degHide m:val="on"/>
                          <m:ctrlPr>
                            <a:rPr lang="en-IN" sz="1100" i="1">
                              <a:latin typeface="Cambria Math" panose="02040503050406030204" pitchFamily="18" charset="0"/>
                            </a:rPr>
                          </m:ctrlPr>
                        </m:radPr>
                        <m:deg/>
                        <m:e>
                          <m:sSubSup>
                            <m:sSubSupPr>
                              <m:ctrlPr>
                                <a:rPr lang="en-IN" sz="1100" i="1">
                                  <a:latin typeface="Cambria Math" panose="02040503050406030204" pitchFamily="18" charset="0"/>
                                </a:rPr>
                              </m:ctrlPr>
                            </m:sSubSupPr>
                            <m:e>
                              <m:r>
                                <a:rPr lang="en-IN" sz="1100" b="0" i="1" smtClean="0">
                                  <a:latin typeface="Cambria Math" panose="02040503050406030204" pitchFamily="18" charset="0"/>
                                </a:rPr>
                                <m:t>𝜎</m:t>
                              </m:r>
                            </m:e>
                            <m:sub>
                              <m:r>
                                <a:rPr lang="en-IN" sz="1100" b="0" i="1" smtClean="0">
                                  <a:latin typeface="Cambria Math" panose="02040503050406030204" pitchFamily="18" charset="0"/>
                                </a:rPr>
                                <m:t>1</m:t>
                              </m:r>
                            </m:sub>
                            <m:sup>
                              <m:r>
                                <a:rPr lang="en-IN" sz="1100" b="0" i="1" smtClean="0">
                                  <a:latin typeface="Cambria Math" panose="02040503050406030204" pitchFamily="18" charset="0"/>
                                </a:rPr>
                                <m:t>2</m:t>
                              </m:r>
                            </m:sup>
                          </m:sSubSup>
                          <m:r>
                            <a:rPr lang="en-IN" sz="1100" b="0" smtClean="0">
                              <a:latin typeface="Cambria Math" panose="02040503050406030204" pitchFamily="18" charset="0"/>
                            </a:rPr>
                            <m:t>+</m:t>
                          </m:r>
                          <m:sSubSup>
                            <m:sSubSupPr>
                              <m:ctrlPr>
                                <a:rPr lang="en-IN" sz="1100" i="1">
                                  <a:latin typeface="Cambria Math" panose="02040503050406030204" pitchFamily="18" charset="0"/>
                                </a:rPr>
                              </m:ctrlPr>
                            </m:sSubSupPr>
                            <m:e>
                              <m:r>
                                <a:rPr lang="en-IN" sz="1100" b="0" i="1" smtClean="0">
                                  <a:latin typeface="Cambria Math" panose="02040503050406030204" pitchFamily="18" charset="0"/>
                                </a:rPr>
                                <m:t>𝜎</m:t>
                              </m:r>
                            </m:e>
                            <m:sub>
                              <m:r>
                                <a:rPr lang="en-IN" sz="1100" b="0" i="1" smtClean="0">
                                  <a:latin typeface="Cambria Math" panose="02040503050406030204" pitchFamily="18" charset="0"/>
                                </a:rPr>
                                <m:t>2</m:t>
                              </m:r>
                            </m:sub>
                            <m:sup>
                              <m:r>
                                <a:rPr lang="en-IN" sz="1100" b="0" i="1" smtClean="0">
                                  <a:latin typeface="Cambria Math" panose="02040503050406030204" pitchFamily="18" charset="0"/>
                                </a:rPr>
                                <m:t>2</m:t>
                              </m:r>
                            </m:sup>
                          </m:sSubSup>
                          <m:r>
                            <a:rPr lang="en-IN" sz="1100" b="0" smtClean="0">
                              <a:latin typeface="Cambria Math" panose="02040503050406030204" pitchFamily="18" charset="0"/>
                            </a:rPr>
                            <m:t>+…</m:t>
                          </m:r>
                        </m:e>
                      </m:rad>
                    </m:oMath>
                  </m:oMathPara>
                </a14:m>
                <a:endParaRPr lang="en-IN" sz="1100" dirty="0"/>
              </a:p>
              <a:p>
                <a:pPr marL="285750" indent="-285750" algn="just">
                  <a:buFont typeface="Arial" panose="020B0604020202020204" pitchFamily="34" charset="0"/>
                  <a:buChar char="•"/>
                </a:pPr>
                <a:r>
                  <a:rPr lang="en-IN" sz="1100" dirty="0"/>
                  <a:t>If there are multiple possible paths into that event → take the path with the larger σ (because that path dominates the uncertainty).</a:t>
                </a:r>
              </a:p>
              <a:p>
                <a:pPr marL="171450" indent="-171450">
                  <a:buFont typeface="Arial" panose="020B0604020202020204" pitchFamily="34" charset="0"/>
                  <a:buChar char="•"/>
                </a:pPr>
                <a:endParaRPr lang="en-US" sz="1100" dirty="0"/>
              </a:p>
            </p:txBody>
          </p:sp>
        </mc:Choice>
        <mc:Fallback xmlns="">
          <p:sp>
            <p:nvSpPr>
              <p:cNvPr id="25" name="TextBox 25"/>
              <p:cNvSpPr txBox="1">
                <a:spLocks noRot="1" noChangeAspect="1" noMove="1" noResize="1" noEditPoints="1" noAdjustHandles="1" noChangeArrowheads="1" noChangeShapeType="1" noTextEdit="1"/>
              </p:cNvSpPr>
              <p:nvPr/>
            </p:nvSpPr>
            <p:spPr>
              <a:xfrm>
                <a:off x="4758" y="543970"/>
                <a:ext cx="4431695" cy="1529393"/>
              </a:xfrm>
              <a:prstGeom prst="rect">
                <a:avLst/>
              </a:prstGeom>
              <a:blipFill>
                <a:blip r:embed="rId3"/>
                <a:stretch>
                  <a:fillRect l="-1926" t="-3187" r="-1926"/>
                </a:stretch>
              </a:blipFill>
            </p:spPr>
            <p:txBody>
              <a:bodyPr/>
              <a:lstStyle/>
              <a:p>
                <a:r>
                  <a:rPr lang="en-IN">
                    <a:noFill/>
                  </a:rPr>
                  <a:t> </a:t>
                </a:r>
              </a:p>
            </p:txBody>
          </p:sp>
        </mc:Fallback>
      </mc:AlternateContent>
      <p:sp>
        <p:nvSpPr>
          <p:cNvPr id="5" name="Freeform 22">
            <a:extLst>
              <a:ext uri="{FF2B5EF4-FFF2-40B4-BE49-F238E27FC236}">
                <a16:creationId xmlns:a16="http://schemas.microsoft.com/office/drawing/2014/main" id="{60367993-E6D8-4B4C-AC49-FCF20132C713}"/>
              </a:ext>
            </a:extLst>
          </p:cNvPr>
          <p:cNvSpPr/>
          <p:nvPr/>
        </p:nvSpPr>
        <p:spPr>
          <a:xfrm>
            <a:off x="4758" y="3366796"/>
            <a:ext cx="4603755" cy="95027"/>
          </a:xfrm>
          <a:custGeom>
            <a:avLst/>
            <a:gdLst>
              <a:gd name="connsiteX0" fmla="*/ 0 w 1535976"/>
              <a:gd name="connsiteY0" fmla="*/ 109651 h 109651"/>
              <a:gd name="connsiteX1" fmla="*/ 1535976 w 1535976"/>
              <a:gd name="connsiteY1" fmla="*/ 109651 h 109651"/>
              <a:gd name="connsiteX2" fmla="*/ 1535976 w 1535976"/>
              <a:gd name="connsiteY2" fmla="*/ 0 h 109651"/>
              <a:gd name="connsiteX3" fmla="*/ 0 w 1535976"/>
              <a:gd name="connsiteY3" fmla="*/ 0 h 109651"/>
              <a:gd name="connsiteX4" fmla="*/ 0 w 1535976"/>
              <a:gd name="connsiteY4" fmla="*/ 109651 h 1096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35976" h="109651">
                <a:moveTo>
                  <a:pt x="0" y="109651"/>
                </a:moveTo>
                <a:lnTo>
                  <a:pt x="1535976" y="109651"/>
                </a:lnTo>
                <a:lnTo>
                  <a:pt x="1535976" y="0"/>
                </a:lnTo>
                <a:lnTo>
                  <a:pt x="0" y="0"/>
                </a:lnTo>
                <a:lnTo>
                  <a:pt x="0" y="109651"/>
                </a:lnTo>
                <a:close/>
              </a:path>
            </a:pathLst>
          </a:custGeom>
          <a:solidFill>
            <a:srgbClr val="4646B9">
              <a:alpha val="100000"/>
            </a:srgbClr>
          </a:solidFill>
          <a:ln w="12700">
            <a:solidFill>
              <a:srgbClr val="000000">
                <a:alpha val="0"/>
              </a:srgbClr>
            </a:solidFill>
          </a:ln>
          <a:effectLst/>
        </p:spPr>
        <p:style>
          <a:lnRef idx="2">
            <a:schemeClr val="accent1"/>
          </a:lnRef>
          <a:fillRef idx="0">
            <a:schemeClr val="accent1"/>
          </a:fillRef>
          <a:effectRef idx="1">
            <a:schemeClr val="accent1"/>
          </a:effectRef>
          <a:fontRef idx="minor">
            <a:schemeClr val="tx1"/>
          </a:fontRef>
        </p:style>
        <p:txBody>
          <a:bodyPr rtlCol="0" anchor="ctr"/>
          <a:lstStyle/>
          <a:p>
            <a:pPr marL="0" marR="0" lvl="0" indent="0" algn="l" defTabSz="913393" rtl="0" eaLnBrk="1" fontAlgn="auto" latinLnBrk="0" hangingPunct="1">
              <a:lnSpc>
                <a:spcPct val="100000"/>
              </a:lnSpc>
              <a:spcBef>
                <a:spcPts val="0"/>
              </a:spcBef>
              <a:spcAft>
                <a:spcPts val="0"/>
              </a:spcAft>
              <a:buClrTx/>
              <a:buSzTx/>
              <a:buFontTx/>
              <a:buNone/>
              <a:tabLst/>
              <a:defRPr/>
            </a:pPr>
            <a:endParaRPr kumimoji="0" lang="en-US" sz="600" b="0" i="0" u="none" strike="noStrike" kern="1200" cap="none" spc="0" normalizeH="0" baseline="0" noProof="0" dirty="0">
              <a:ln>
                <a:noFill/>
              </a:ln>
              <a:solidFill>
                <a:prstClr val="black"/>
              </a:solidFill>
              <a:effectLst/>
              <a:uLnTx/>
              <a:uFillTx/>
              <a:latin typeface="Calibri"/>
              <a:ea typeface="+mn-ea"/>
              <a:cs typeface="Arial" panose="020B0604020202020204" pitchFamily="34" charset="0"/>
            </a:endParaRPr>
          </a:p>
        </p:txBody>
      </p:sp>
      <p:sp>
        <p:nvSpPr>
          <p:cNvPr id="8" name="Footer Placeholder 3">
            <a:extLst>
              <a:ext uri="{FF2B5EF4-FFF2-40B4-BE49-F238E27FC236}">
                <a16:creationId xmlns:a16="http://schemas.microsoft.com/office/drawing/2014/main" id="{6F242E51-DF16-4C1F-A071-C7488362798C}"/>
              </a:ext>
            </a:extLst>
          </p:cNvPr>
          <p:cNvSpPr txBox="1">
            <a:spLocks/>
          </p:cNvSpPr>
          <p:nvPr/>
        </p:nvSpPr>
        <p:spPr>
          <a:xfrm>
            <a:off x="4262618" y="3318894"/>
            <a:ext cx="248256" cy="126751"/>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2700" marR="0" lvl="0" indent="0" algn="l" defTabSz="914400" rtl="0" eaLnBrk="1" fontAlgn="auto" latinLnBrk="0" hangingPunct="1">
              <a:lnSpc>
                <a:spcPts val="675"/>
              </a:lnSpc>
              <a:spcBef>
                <a:spcPts val="0"/>
              </a:spcBef>
              <a:spcAft>
                <a:spcPts val="0"/>
              </a:spcAft>
              <a:buClrTx/>
              <a:buSzTx/>
              <a:buFontTx/>
              <a:buNone/>
              <a:tabLst/>
              <a:defRPr/>
            </a:pPr>
            <a:endParaRPr kumimoji="0" lang="en-IN" sz="600" b="0" i="0" u="none" strike="noStrike" kern="1200" cap="none" spc="-15" normalizeH="0" baseline="0" noProof="0" dirty="0">
              <a:ln>
                <a:noFill/>
              </a:ln>
              <a:solidFill>
                <a:prstClr val="white"/>
              </a:solidFill>
              <a:effectLst/>
              <a:uLnTx/>
              <a:uFillTx/>
              <a:latin typeface="Calibri"/>
              <a:ea typeface="+mn-ea"/>
              <a:cs typeface="Arial"/>
            </a:endParaRPr>
          </a:p>
        </p:txBody>
      </p:sp>
    </p:spTree>
    <p:extLst>
      <p:ext uri="{BB962C8B-B14F-4D97-AF65-F5344CB8AC3E}">
        <p14:creationId xmlns:p14="http://schemas.microsoft.com/office/powerpoint/2010/main" val="315696436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Freeform 20"/>
          <p:cNvSpPr/>
          <p:nvPr/>
        </p:nvSpPr>
        <p:spPr>
          <a:xfrm>
            <a:off x="2378" y="1785"/>
            <a:ext cx="4603757" cy="336543"/>
          </a:xfrm>
          <a:custGeom>
            <a:avLst/>
            <a:gdLst>
              <a:gd name="connsiteX0" fmla="*/ 0 w 2303995"/>
              <a:gd name="connsiteY0" fmla="*/ 140017 h 140017"/>
              <a:gd name="connsiteX1" fmla="*/ 2303995 w 2303995"/>
              <a:gd name="connsiteY1" fmla="*/ 140017 h 140017"/>
              <a:gd name="connsiteX2" fmla="*/ 2303995 w 2303995"/>
              <a:gd name="connsiteY2" fmla="*/ 0 h 140017"/>
              <a:gd name="connsiteX3" fmla="*/ 0 w 2303995"/>
              <a:gd name="connsiteY3" fmla="*/ 0 h 140017"/>
              <a:gd name="connsiteX4" fmla="*/ 0 w 2303995"/>
              <a:gd name="connsiteY4" fmla="*/ 140017 h 1400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03995" h="140017">
                <a:moveTo>
                  <a:pt x="0" y="140017"/>
                </a:moveTo>
                <a:lnTo>
                  <a:pt x="2303995" y="140017"/>
                </a:lnTo>
                <a:lnTo>
                  <a:pt x="2303995" y="0"/>
                </a:lnTo>
                <a:lnTo>
                  <a:pt x="0" y="0"/>
                </a:lnTo>
                <a:lnTo>
                  <a:pt x="0" y="140017"/>
                </a:lnTo>
                <a:close/>
              </a:path>
            </a:pathLst>
          </a:custGeom>
          <a:solidFill>
            <a:srgbClr val="4646B9">
              <a:alpha val="100000"/>
            </a:srgbClr>
          </a:solidFill>
          <a:ln w="12700">
            <a:solidFill>
              <a:srgbClr val="000000">
                <a:alpha val="0"/>
              </a:srgbClr>
            </a:solidFill>
          </a:ln>
          <a:effectLst/>
        </p:spPr>
        <p:style>
          <a:lnRef idx="2">
            <a:schemeClr val="accent1"/>
          </a:lnRef>
          <a:fillRef idx="0">
            <a:schemeClr val="accent1"/>
          </a:fillRef>
          <a:effectRef idx="1">
            <a:schemeClr val="accent1"/>
          </a:effectRef>
          <a:fontRef idx="minor">
            <a:schemeClr val="tx1"/>
          </a:fontRef>
        </p:style>
        <p:txBody>
          <a:bodyPr rtlCol="0" anchor="ctr"/>
          <a:lstStyle/>
          <a:p>
            <a:r>
              <a:rPr lang="en-US" sz="1400" dirty="0">
                <a:solidFill>
                  <a:srgbClr val="FFFFFF"/>
                </a:solidFill>
                <a:latin typeface="Times New Roman" panose="02020603050405020304" pitchFamily="18" charset="0"/>
                <a:cs typeface="Times New Roman" panose="02020603050405020304" pitchFamily="18" charset="0"/>
              </a:rPr>
              <a:t>Calculating standard deviation for event</a:t>
            </a:r>
          </a:p>
        </p:txBody>
      </p:sp>
      <p:sp>
        <p:nvSpPr>
          <p:cNvPr id="5" name="Freeform 22">
            <a:extLst>
              <a:ext uri="{FF2B5EF4-FFF2-40B4-BE49-F238E27FC236}">
                <a16:creationId xmlns:a16="http://schemas.microsoft.com/office/drawing/2014/main" id="{60367993-E6D8-4B4C-AC49-FCF20132C713}"/>
              </a:ext>
            </a:extLst>
          </p:cNvPr>
          <p:cNvSpPr/>
          <p:nvPr/>
        </p:nvSpPr>
        <p:spPr>
          <a:xfrm>
            <a:off x="4758" y="3366796"/>
            <a:ext cx="4603755" cy="95027"/>
          </a:xfrm>
          <a:custGeom>
            <a:avLst/>
            <a:gdLst>
              <a:gd name="connsiteX0" fmla="*/ 0 w 1535976"/>
              <a:gd name="connsiteY0" fmla="*/ 109651 h 109651"/>
              <a:gd name="connsiteX1" fmla="*/ 1535976 w 1535976"/>
              <a:gd name="connsiteY1" fmla="*/ 109651 h 109651"/>
              <a:gd name="connsiteX2" fmla="*/ 1535976 w 1535976"/>
              <a:gd name="connsiteY2" fmla="*/ 0 h 109651"/>
              <a:gd name="connsiteX3" fmla="*/ 0 w 1535976"/>
              <a:gd name="connsiteY3" fmla="*/ 0 h 109651"/>
              <a:gd name="connsiteX4" fmla="*/ 0 w 1535976"/>
              <a:gd name="connsiteY4" fmla="*/ 109651 h 1096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35976" h="109651">
                <a:moveTo>
                  <a:pt x="0" y="109651"/>
                </a:moveTo>
                <a:lnTo>
                  <a:pt x="1535976" y="109651"/>
                </a:lnTo>
                <a:lnTo>
                  <a:pt x="1535976" y="0"/>
                </a:lnTo>
                <a:lnTo>
                  <a:pt x="0" y="0"/>
                </a:lnTo>
                <a:lnTo>
                  <a:pt x="0" y="109651"/>
                </a:lnTo>
                <a:close/>
              </a:path>
            </a:pathLst>
          </a:custGeom>
          <a:solidFill>
            <a:srgbClr val="4646B9">
              <a:alpha val="100000"/>
            </a:srgbClr>
          </a:solidFill>
          <a:ln w="12700">
            <a:solidFill>
              <a:srgbClr val="000000">
                <a:alpha val="0"/>
              </a:srgbClr>
            </a:solidFill>
          </a:ln>
          <a:effectLst/>
        </p:spPr>
        <p:style>
          <a:lnRef idx="2">
            <a:schemeClr val="accent1"/>
          </a:lnRef>
          <a:fillRef idx="0">
            <a:schemeClr val="accent1"/>
          </a:fillRef>
          <a:effectRef idx="1">
            <a:schemeClr val="accent1"/>
          </a:effectRef>
          <a:fontRef idx="minor">
            <a:schemeClr val="tx1"/>
          </a:fontRef>
        </p:style>
        <p:txBody>
          <a:bodyPr rtlCol="0" anchor="ctr"/>
          <a:lstStyle/>
          <a:p>
            <a:pPr marL="0" marR="0" lvl="0" indent="0" algn="l" defTabSz="913393" rtl="0" eaLnBrk="1" fontAlgn="auto" latinLnBrk="0" hangingPunct="1">
              <a:lnSpc>
                <a:spcPct val="100000"/>
              </a:lnSpc>
              <a:spcBef>
                <a:spcPts val="0"/>
              </a:spcBef>
              <a:spcAft>
                <a:spcPts val="0"/>
              </a:spcAft>
              <a:buClrTx/>
              <a:buSzTx/>
              <a:buFontTx/>
              <a:buNone/>
              <a:tabLst/>
              <a:defRPr/>
            </a:pPr>
            <a:endParaRPr kumimoji="0" lang="en-US" sz="600" b="0" i="0" u="none" strike="noStrike" kern="1200" cap="none" spc="0" normalizeH="0" baseline="0" noProof="0" dirty="0">
              <a:ln>
                <a:noFill/>
              </a:ln>
              <a:solidFill>
                <a:prstClr val="black"/>
              </a:solidFill>
              <a:effectLst/>
              <a:uLnTx/>
              <a:uFillTx/>
              <a:latin typeface="Calibri"/>
              <a:ea typeface="+mn-ea"/>
              <a:cs typeface="Arial" panose="020B0604020202020204" pitchFamily="34" charset="0"/>
            </a:endParaRPr>
          </a:p>
        </p:txBody>
      </p:sp>
      <p:sp>
        <p:nvSpPr>
          <p:cNvPr id="8" name="Footer Placeholder 3">
            <a:extLst>
              <a:ext uri="{FF2B5EF4-FFF2-40B4-BE49-F238E27FC236}">
                <a16:creationId xmlns:a16="http://schemas.microsoft.com/office/drawing/2014/main" id="{6F242E51-DF16-4C1F-A071-C7488362798C}"/>
              </a:ext>
            </a:extLst>
          </p:cNvPr>
          <p:cNvSpPr txBox="1">
            <a:spLocks/>
          </p:cNvSpPr>
          <p:nvPr/>
        </p:nvSpPr>
        <p:spPr>
          <a:xfrm>
            <a:off x="4262618" y="3318894"/>
            <a:ext cx="248256" cy="126751"/>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2700" marR="0" lvl="0" indent="0" algn="l" defTabSz="914400" rtl="0" eaLnBrk="1" fontAlgn="auto" latinLnBrk="0" hangingPunct="1">
              <a:lnSpc>
                <a:spcPts val="675"/>
              </a:lnSpc>
              <a:spcBef>
                <a:spcPts val="0"/>
              </a:spcBef>
              <a:spcAft>
                <a:spcPts val="0"/>
              </a:spcAft>
              <a:buClrTx/>
              <a:buSzTx/>
              <a:buFontTx/>
              <a:buNone/>
              <a:tabLst/>
              <a:defRPr/>
            </a:pPr>
            <a:endParaRPr kumimoji="0" lang="en-IN" sz="600" b="0" i="0" u="none" strike="noStrike" kern="1200" cap="none" spc="-15" normalizeH="0" baseline="0" noProof="0" dirty="0">
              <a:ln>
                <a:noFill/>
              </a:ln>
              <a:solidFill>
                <a:prstClr val="white"/>
              </a:solidFill>
              <a:effectLst/>
              <a:uLnTx/>
              <a:uFillTx/>
              <a:latin typeface="Calibri"/>
              <a:ea typeface="+mn-ea"/>
              <a:cs typeface="Arial"/>
            </a:endParaRPr>
          </a:p>
        </p:txBody>
      </p:sp>
      <p:pic>
        <p:nvPicPr>
          <p:cNvPr id="2" name="Picture 1">
            <a:extLst>
              <a:ext uri="{FF2B5EF4-FFF2-40B4-BE49-F238E27FC236}">
                <a16:creationId xmlns:a16="http://schemas.microsoft.com/office/drawing/2014/main" id="{850E79C7-B7F5-4FCD-851D-C1AF4A8306EA}"/>
              </a:ext>
            </a:extLst>
          </p:cNvPr>
          <p:cNvPicPr>
            <a:picLocks noChangeAspect="1"/>
          </p:cNvPicPr>
          <p:nvPr/>
        </p:nvPicPr>
        <p:blipFill>
          <a:blip r:embed="rId3"/>
          <a:stretch>
            <a:fillRect/>
          </a:stretch>
        </p:blipFill>
        <p:spPr>
          <a:xfrm>
            <a:off x="-1" y="730631"/>
            <a:ext cx="4608513" cy="1994725"/>
          </a:xfrm>
          <a:prstGeom prst="rect">
            <a:avLst/>
          </a:prstGeom>
        </p:spPr>
      </p:pic>
    </p:spTree>
    <p:extLst>
      <p:ext uri="{BB962C8B-B14F-4D97-AF65-F5344CB8AC3E}">
        <p14:creationId xmlns:p14="http://schemas.microsoft.com/office/powerpoint/2010/main" val="79644180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Freeform 20"/>
          <p:cNvSpPr/>
          <p:nvPr/>
        </p:nvSpPr>
        <p:spPr>
          <a:xfrm>
            <a:off x="2378" y="1785"/>
            <a:ext cx="4603757" cy="336543"/>
          </a:xfrm>
          <a:custGeom>
            <a:avLst/>
            <a:gdLst>
              <a:gd name="connsiteX0" fmla="*/ 0 w 2303995"/>
              <a:gd name="connsiteY0" fmla="*/ 140017 h 140017"/>
              <a:gd name="connsiteX1" fmla="*/ 2303995 w 2303995"/>
              <a:gd name="connsiteY1" fmla="*/ 140017 h 140017"/>
              <a:gd name="connsiteX2" fmla="*/ 2303995 w 2303995"/>
              <a:gd name="connsiteY2" fmla="*/ 0 h 140017"/>
              <a:gd name="connsiteX3" fmla="*/ 0 w 2303995"/>
              <a:gd name="connsiteY3" fmla="*/ 0 h 140017"/>
              <a:gd name="connsiteX4" fmla="*/ 0 w 2303995"/>
              <a:gd name="connsiteY4" fmla="*/ 140017 h 1400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03995" h="140017">
                <a:moveTo>
                  <a:pt x="0" y="140017"/>
                </a:moveTo>
                <a:lnTo>
                  <a:pt x="2303995" y="140017"/>
                </a:lnTo>
                <a:lnTo>
                  <a:pt x="2303995" y="0"/>
                </a:lnTo>
                <a:lnTo>
                  <a:pt x="0" y="0"/>
                </a:lnTo>
                <a:lnTo>
                  <a:pt x="0" y="140017"/>
                </a:lnTo>
                <a:close/>
              </a:path>
            </a:pathLst>
          </a:custGeom>
          <a:solidFill>
            <a:srgbClr val="4646B9">
              <a:alpha val="100000"/>
            </a:srgbClr>
          </a:solidFill>
          <a:ln w="12700">
            <a:solidFill>
              <a:srgbClr val="000000">
                <a:alpha val="0"/>
              </a:srgbClr>
            </a:solidFill>
          </a:ln>
          <a:effectLst/>
        </p:spPr>
        <p:style>
          <a:lnRef idx="2">
            <a:schemeClr val="accent1"/>
          </a:lnRef>
          <a:fillRef idx="0">
            <a:schemeClr val="accent1"/>
          </a:fillRef>
          <a:effectRef idx="1">
            <a:schemeClr val="accent1"/>
          </a:effectRef>
          <a:fontRef idx="minor">
            <a:schemeClr val="tx1"/>
          </a:fontRef>
        </p:style>
        <p:txBody>
          <a:bodyPr rtlCol="0" anchor="ctr"/>
          <a:lstStyle/>
          <a:p>
            <a:r>
              <a:rPr lang="en-US" sz="1400" dirty="0">
                <a:solidFill>
                  <a:srgbClr val="FFFFFF"/>
                </a:solidFill>
                <a:latin typeface="Times New Roman" panose="02020603050405020304" pitchFamily="18" charset="0"/>
                <a:cs typeface="Times New Roman" panose="02020603050405020304" pitchFamily="18" charset="0"/>
              </a:rPr>
              <a:t>Calculating z-Values</a:t>
            </a:r>
          </a:p>
        </p:txBody>
      </p:sp>
      <p:sp>
        <p:nvSpPr>
          <p:cNvPr id="25" name="TextBox 25"/>
          <p:cNvSpPr txBox="1"/>
          <p:nvPr/>
        </p:nvSpPr>
        <p:spPr>
          <a:xfrm>
            <a:off x="79179" y="543970"/>
            <a:ext cx="4431695" cy="2200602"/>
          </a:xfrm>
          <a:prstGeom prst="rect">
            <a:avLst/>
          </a:prstGeom>
          <a:noFill/>
        </p:spPr>
        <p:txBody>
          <a:bodyPr wrap="square" lIns="0" tIns="0" rIns="0" bIns="0" rtlCol="0">
            <a:spAutoFit/>
          </a:bodyPr>
          <a:lstStyle/>
          <a:p>
            <a:r>
              <a:rPr lang="en-IN" sz="1100" dirty="0"/>
              <a:t>To calculate the chance of meeting a deadline:</a:t>
            </a:r>
          </a:p>
          <a:p>
            <a:pPr marL="171450" indent="-171450">
              <a:buFont typeface="Arial" panose="020B0604020202020204" pitchFamily="34" charset="0"/>
              <a:buChar char="•"/>
            </a:pPr>
            <a:r>
              <a:rPr lang="en-IN" sz="1100" dirty="0"/>
              <a:t>Calculate the standard deviation of each project event.</a:t>
            </a:r>
          </a:p>
          <a:p>
            <a:pPr marL="171450" indent="-171450">
              <a:buFont typeface="Arial" panose="020B0604020202020204" pitchFamily="34" charset="0"/>
              <a:buChar char="•"/>
            </a:pPr>
            <a:r>
              <a:rPr lang="en-IN" sz="1100" dirty="0"/>
              <a:t>Calculate the z-value (how far the target is from the expected value in standard deviations).</a:t>
            </a:r>
          </a:p>
          <a:p>
            <a:pPr marL="171450" indent="-171450">
              <a:buFont typeface="Arial" panose="020B0604020202020204" pitchFamily="34" charset="0"/>
              <a:buChar char="•"/>
            </a:pPr>
            <a:endParaRPr lang="en-IN" sz="1100" dirty="0"/>
          </a:p>
          <a:p>
            <a:pPr lvl="3"/>
            <a:r>
              <a:rPr lang="en-IN" sz="1100" dirty="0"/>
              <a:t>z=(T−</a:t>
            </a:r>
            <a:r>
              <a:rPr lang="en-IN" sz="1100" dirty="0" err="1"/>
              <a:t>te</a:t>
            </a:r>
            <a:r>
              <a:rPr lang="el-GR" sz="1100" dirty="0"/>
              <a:t>)</a:t>
            </a:r>
            <a:r>
              <a:rPr lang="en-IN" sz="1100" dirty="0"/>
              <a:t>/s</a:t>
            </a:r>
          </a:p>
          <a:p>
            <a:pPr lvl="3"/>
            <a:endParaRPr lang="en-IN" sz="1100" dirty="0"/>
          </a:p>
          <a:p>
            <a:r>
              <a:rPr lang="en-IN" sz="1100" dirty="0"/>
              <a:t>    </a:t>
            </a:r>
            <a:r>
              <a:rPr lang="el-GR" sz="1100" dirty="0"/>
              <a:t> </a:t>
            </a:r>
            <a:r>
              <a:rPr lang="en-IN" sz="1100" dirty="0"/>
              <a:t>where T = target time, </a:t>
            </a:r>
            <a:r>
              <a:rPr lang="en-IN" sz="1100" dirty="0" err="1"/>
              <a:t>te</a:t>
            </a:r>
            <a:r>
              <a:rPr lang="el-GR" sz="1100" dirty="0"/>
              <a:t> = </a:t>
            </a:r>
            <a:r>
              <a:rPr lang="en-IN" sz="1100" dirty="0"/>
              <a:t>expected time, s</a:t>
            </a:r>
            <a:r>
              <a:rPr lang="el-GR" sz="1100" dirty="0"/>
              <a:t> = </a:t>
            </a:r>
            <a:r>
              <a:rPr lang="en-IN" sz="1100" dirty="0"/>
              <a:t>standard deviation.</a:t>
            </a:r>
          </a:p>
          <a:p>
            <a:endParaRPr lang="en-IN" sz="1100" dirty="0"/>
          </a:p>
          <a:p>
            <a:pPr marL="171450" indent="-171450">
              <a:buFont typeface="Arial" panose="020B0604020202020204" pitchFamily="34" charset="0"/>
              <a:buChar char="•"/>
            </a:pPr>
            <a:r>
              <a:rPr lang="en-IN" sz="1100" dirty="0"/>
              <a:t>Convert z-value to probability using statistical tables (normal distribution).</a:t>
            </a:r>
          </a:p>
          <a:p>
            <a:pPr marL="171450" indent="-171450">
              <a:buFont typeface="Arial" panose="020B0604020202020204" pitchFamily="34" charset="0"/>
              <a:buChar char="•"/>
            </a:pPr>
            <a:endParaRPr lang="en-US" sz="1100" dirty="0"/>
          </a:p>
          <a:p>
            <a:pPr marL="171450" indent="-171450">
              <a:buFont typeface="Arial" panose="020B0604020202020204" pitchFamily="34" charset="0"/>
              <a:buChar char="•"/>
            </a:pPr>
            <a:endParaRPr lang="en-US" sz="1100" dirty="0"/>
          </a:p>
          <a:p>
            <a:pPr marL="171450" indent="-171450">
              <a:buFont typeface="Arial" panose="020B0604020202020204" pitchFamily="34" charset="0"/>
              <a:buChar char="•"/>
            </a:pPr>
            <a:endParaRPr lang="en-US" sz="1100" dirty="0"/>
          </a:p>
        </p:txBody>
      </p:sp>
      <p:sp>
        <p:nvSpPr>
          <p:cNvPr id="5" name="Freeform 22">
            <a:extLst>
              <a:ext uri="{FF2B5EF4-FFF2-40B4-BE49-F238E27FC236}">
                <a16:creationId xmlns:a16="http://schemas.microsoft.com/office/drawing/2014/main" id="{60367993-E6D8-4B4C-AC49-FCF20132C713}"/>
              </a:ext>
            </a:extLst>
          </p:cNvPr>
          <p:cNvSpPr/>
          <p:nvPr/>
        </p:nvSpPr>
        <p:spPr>
          <a:xfrm>
            <a:off x="4758" y="3366796"/>
            <a:ext cx="4603755" cy="95027"/>
          </a:xfrm>
          <a:custGeom>
            <a:avLst/>
            <a:gdLst>
              <a:gd name="connsiteX0" fmla="*/ 0 w 1535976"/>
              <a:gd name="connsiteY0" fmla="*/ 109651 h 109651"/>
              <a:gd name="connsiteX1" fmla="*/ 1535976 w 1535976"/>
              <a:gd name="connsiteY1" fmla="*/ 109651 h 109651"/>
              <a:gd name="connsiteX2" fmla="*/ 1535976 w 1535976"/>
              <a:gd name="connsiteY2" fmla="*/ 0 h 109651"/>
              <a:gd name="connsiteX3" fmla="*/ 0 w 1535976"/>
              <a:gd name="connsiteY3" fmla="*/ 0 h 109651"/>
              <a:gd name="connsiteX4" fmla="*/ 0 w 1535976"/>
              <a:gd name="connsiteY4" fmla="*/ 109651 h 1096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35976" h="109651">
                <a:moveTo>
                  <a:pt x="0" y="109651"/>
                </a:moveTo>
                <a:lnTo>
                  <a:pt x="1535976" y="109651"/>
                </a:lnTo>
                <a:lnTo>
                  <a:pt x="1535976" y="0"/>
                </a:lnTo>
                <a:lnTo>
                  <a:pt x="0" y="0"/>
                </a:lnTo>
                <a:lnTo>
                  <a:pt x="0" y="109651"/>
                </a:lnTo>
                <a:close/>
              </a:path>
            </a:pathLst>
          </a:custGeom>
          <a:solidFill>
            <a:srgbClr val="4646B9">
              <a:alpha val="100000"/>
            </a:srgbClr>
          </a:solidFill>
          <a:ln w="12700">
            <a:solidFill>
              <a:srgbClr val="000000">
                <a:alpha val="0"/>
              </a:srgbClr>
            </a:solidFill>
          </a:ln>
          <a:effectLst/>
        </p:spPr>
        <p:style>
          <a:lnRef idx="2">
            <a:schemeClr val="accent1"/>
          </a:lnRef>
          <a:fillRef idx="0">
            <a:schemeClr val="accent1"/>
          </a:fillRef>
          <a:effectRef idx="1">
            <a:schemeClr val="accent1"/>
          </a:effectRef>
          <a:fontRef idx="minor">
            <a:schemeClr val="tx1"/>
          </a:fontRef>
        </p:style>
        <p:txBody>
          <a:bodyPr rtlCol="0" anchor="ctr"/>
          <a:lstStyle/>
          <a:p>
            <a:pPr marL="0" marR="0" lvl="0" indent="0" algn="l" defTabSz="913393" rtl="0" eaLnBrk="1" fontAlgn="auto" latinLnBrk="0" hangingPunct="1">
              <a:lnSpc>
                <a:spcPct val="100000"/>
              </a:lnSpc>
              <a:spcBef>
                <a:spcPts val="0"/>
              </a:spcBef>
              <a:spcAft>
                <a:spcPts val="0"/>
              </a:spcAft>
              <a:buClrTx/>
              <a:buSzTx/>
              <a:buFontTx/>
              <a:buNone/>
              <a:tabLst/>
              <a:defRPr/>
            </a:pPr>
            <a:endParaRPr kumimoji="0" lang="en-US" sz="600" b="0" i="0" u="none" strike="noStrike" kern="1200" cap="none" spc="0" normalizeH="0" baseline="0" noProof="0" dirty="0">
              <a:ln>
                <a:noFill/>
              </a:ln>
              <a:solidFill>
                <a:prstClr val="black"/>
              </a:solidFill>
              <a:effectLst/>
              <a:uLnTx/>
              <a:uFillTx/>
              <a:latin typeface="Calibri"/>
              <a:ea typeface="+mn-ea"/>
              <a:cs typeface="Arial" panose="020B0604020202020204" pitchFamily="34" charset="0"/>
            </a:endParaRPr>
          </a:p>
        </p:txBody>
      </p:sp>
      <p:sp>
        <p:nvSpPr>
          <p:cNvPr id="8" name="Footer Placeholder 3">
            <a:extLst>
              <a:ext uri="{FF2B5EF4-FFF2-40B4-BE49-F238E27FC236}">
                <a16:creationId xmlns:a16="http://schemas.microsoft.com/office/drawing/2014/main" id="{6F242E51-DF16-4C1F-A071-C7488362798C}"/>
              </a:ext>
            </a:extLst>
          </p:cNvPr>
          <p:cNvSpPr txBox="1">
            <a:spLocks/>
          </p:cNvSpPr>
          <p:nvPr/>
        </p:nvSpPr>
        <p:spPr>
          <a:xfrm>
            <a:off x="4262618" y="3318894"/>
            <a:ext cx="248256" cy="126751"/>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2700" marR="0" lvl="0" indent="0" algn="l" defTabSz="914400" rtl="0" eaLnBrk="1" fontAlgn="auto" latinLnBrk="0" hangingPunct="1">
              <a:lnSpc>
                <a:spcPts val="675"/>
              </a:lnSpc>
              <a:spcBef>
                <a:spcPts val="0"/>
              </a:spcBef>
              <a:spcAft>
                <a:spcPts val="0"/>
              </a:spcAft>
              <a:buClrTx/>
              <a:buSzTx/>
              <a:buFontTx/>
              <a:buNone/>
              <a:tabLst/>
              <a:defRPr/>
            </a:pPr>
            <a:endParaRPr kumimoji="0" lang="en-IN" sz="600" b="0" i="0" u="none" strike="noStrike" kern="1200" cap="none" spc="-15" normalizeH="0" baseline="0" noProof="0" dirty="0">
              <a:ln>
                <a:noFill/>
              </a:ln>
              <a:solidFill>
                <a:prstClr val="white"/>
              </a:solidFill>
              <a:effectLst/>
              <a:uLnTx/>
              <a:uFillTx/>
              <a:latin typeface="Calibri"/>
              <a:ea typeface="+mn-ea"/>
              <a:cs typeface="Arial"/>
            </a:endParaRPr>
          </a:p>
        </p:txBody>
      </p:sp>
    </p:spTree>
    <p:extLst>
      <p:ext uri="{BB962C8B-B14F-4D97-AF65-F5344CB8AC3E}">
        <p14:creationId xmlns:p14="http://schemas.microsoft.com/office/powerpoint/2010/main" val="147987252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Freeform 20"/>
          <p:cNvSpPr/>
          <p:nvPr/>
        </p:nvSpPr>
        <p:spPr>
          <a:xfrm>
            <a:off x="2378" y="1785"/>
            <a:ext cx="4603757" cy="336543"/>
          </a:xfrm>
          <a:custGeom>
            <a:avLst/>
            <a:gdLst>
              <a:gd name="connsiteX0" fmla="*/ 0 w 2303995"/>
              <a:gd name="connsiteY0" fmla="*/ 140017 h 140017"/>
              <a:gd name="connsiteX1" fmla="*/ 2303995 w 2303995"/>
              <a:gd name="connsiteY1" fmla="*/ 140017 h 140017"/>
              <a:gd name="connsiteX2" fmla="*/ 2303995 w 2303995"/>
              <a:gd name="connsiteY2" fmla="*/ 0 h 140017"/>
              <a:gd name="connsiteX3" fmla="*/ 0 w 2303995"/>
              <a:gd name="connsiteY3" fmla="*/ 0 h 140017"/>
              <a:gd name="connsiteX4" fmla="*/ 0 w 2303995"/>
              <a:gd name="connsiteY4" fmla="*/ 140017 h 1400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03995" h="140017">
                <a:moveTo>
                  <a:pt x="0" y="140017"/>
                </a:moveTo>
                <a:lnTo>
                  <a:pt x="2303995" y="140017"/>
                </a:lnTo>
                <a:lnTo>
                  <a:pt x="2303995" y="0"/>
                </a:lnTo>
                <a:lnTo>
                  <a:pt x="0" y="0"/>
                </a:lnTo>
                <a:lnTo>
                  <a:pt x="0" y="140017"/>
                </a:lnTo>
                <a:close/>
              </a:path>
            </a:pathLst>
          </a:custGeom>
          <a:solidFill>
            <a:srgbClr val="4646B9">
              <a:alpha val="100000"/>
            </a:srgbClr>
          </a:solidFill>
          <a:ln w="12700">
            <a:solidFill>
              <a:srgbClr val="000000">
                <a:alpha val="0"/>
              </a:srgbClr>
            </a:solidFill>
          </a:ln>
          <a:effectLst/>
        </p:spPr>
        <p:style>
          <a:lnRef idx="2">
            <a:schemeClr val="accent1"/>
          </a:lnRef>
          <a:fillRef idx="0">
            <a:schemeClr val="accent1"/>
          </a:fillRef>
          <a:effectRef idx="1">
            <a:schemeClr val="accent1"/>
          </a:effectRef>
          <a:fontRef idx="minor">
            <a:schemeClr val="tx1"/>
          </a:fontRef>
        </p:style>
        <p:txBody>
          <a:bodyPr rtlCol="0" anchor="ctr"/>
          <a:lstStyle/>
          <a:p>
            <a:r>
              <a:rPr lang="en-US" sz="1400" dirty="0">
                <a:solidFill>
                  <a:srgbClr val="FFFFFF"/>
                </a:solidFill>
                <a:latin typeface="Times New Roman" panose="02020603050405020304" pitchFamily="18" charset="0"/>
                <a:cs typeface="Times New Roman" panose="02020603050405020304" pitchFamily="18" charset="0"/>
              </a:rPr>
              <a:t>Calculating z-Values</a:t>
            </a:r>
          </a:p>
        </p:txBody>
      </p:sp>
      <p:sp>
        <p:nvSpPr>
          <p:cNvPr id="25" name="TextBox 25"/>
          <p:cNvSpPr txBox="1"/>
          <p:nvPr/>
        </p:nvSpPr>
        <p:spPr>
          <a:xfrm>
            <a:off x="79179" y="543970"/>
            <a:ext cx="4431695" cy="846386"/>
          </a:xfrm>
          <a:prstGeom prst="rect">
            <a:avLst/>
          </a:prstGeom>
          <a:noFill/>
        </p:spPr>
        <p:txBody>
          <a:bodyPr wrap="square" lIns="0" tIns="0" rIns="0" bIns="0" rtlCol="0">
            <a:spAutoFit/>
          </a:bodyPr>
          <a:lstStyle/>
          <a:p>
            <a:r>
              <a:rPr lang="en-IN" sz="1100" dirty="0"/>
              <a:t>Z-value of event 6 is 1.23. The probability is approximately 11%. </a:t>
            </a:r>
          </a:p>
          <a:p>
            <a:r>
              <a:rPr lang="en-IN" sz="1100" dirty="0"/>
              <a:t>There is a 11% risk of not meeting target date.</a:t>
            </a:r>
          </a:p>
          <a:p>
            <a:pPr marL="171450" indent="-171450">
              <a:buFont typeface="Arial" panose="020B0604020202020204" pitchFamily="34" charset="0"/>
              <a:buChar char="•"/>
            </a:pPr>
            <a:endParaRPr lang="en-US" sz="1100" dirty="0"/>
          </a:p>
          <a:p>
            <a:pPr marL="171450" indent="-171450">
              <a:buFont typeface="Arial" panose="020B0604020202020204" pitchFamily="34" charset="0"/>
              <a:buChar char="•"/>
            </a:pPr>
            <a:endParaRPr lang="en-US" sz="1100" dirty="0"/>
          </a:p>
          <a:p>
            <a:pPr marL="171450" indent="-171450">
              <a:buFont typeface="Arial" panose="020B0604020202020204" pitchFamily="34" charset="0"/>
              <a:buChar char="•"/>
            </a:pPr>
            <a:endParaRPr lang="en-US" sz="1100" dirty="0"/>
          </a:p>
        </p:txBody>
      </p:sp>
      <p:sp>
        <p:nvSpPr>
          <p:cNvPr id="5" name="Freeform 22">
            <a:extLst>
              <a:ext uri="{FF2B5EF4-FFF2-40B4-BE49-F238E27FC236}">
                <a16:creationId xmlns:a16="http://schemas.microsoft.com/office/drawing/2014/main" id="{60367993-E6D8-4B4C-AC49-FCF20132C713}"/>
              </a:ext>
            </a:extLst>
          </p:cNvPr>
          <p:cNvSpPr/>
          <p:nvPr/>
        </p:nvSpPr>
        <p:spPr>
          <a:xfrm>
            <a:off x="4758" y="3366796"/>
            <a:ext cx="4603755" cy="95027"/>
          </a:xfrm>
          <a:custGeom>
            <a:avLst/>
            <a:gdLst>
              <a:gd name="connsiteX0" fmla="*/ 0 w 1535976"/>
              <a:gd name="connsiteY0" fmla="*/ 109651 h 109651"/>
              <a:gd name="connsiteX1" fmla="*/ 1535976 w 1535976"/>
              <a:gd name="connsiteY1" fmla="*/ 109651 h 109651"/>
              <a:gd name="connsiteX2" fmla="*/ 1535976 w 1535976"/>
              <a:gd name="connsiteY2" fmla="*/ 0 h 109651"/>
              <a:gd name="connsiteX3" fmla="*/ 0 w 1535976"/>
              <a:gd name="connsiteY3" fmla="*/ 0 h 109651"/>
              <a:gd name="connsiteX4" fmla="*/ 0 w 1535976"/>
              <a:gd name="connsiteY4" fmla="*/ 109651 h 1096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35976" h="109651">
                <a:moveTo>
                  <a:pt x="0" y="109651"/>
                </a:moveTo>
                <a:lnTo>
                  <a:pt x="1535976" y="109651"/>
                </a:lnTo>
                <a:lnTo>
                  <a:pt x="1535976" y="0"/>
                </a:lnTo>
                <a:lnTo>
                  <a:pt x="0" y="0"/>
                </a:lnTo>
                <a:lnTo>
                  <a:pt x="0" y="109651"/>
                </a:lnTo>
                <a:close/>
              </a:path>
            </a:pathLst>
          </a:custGeom>
          <a:solidFill>
            <a:srgbClr val="4646B9">
              <a:alpha val="100000"/>
            </a:srgbClr>
          </a:solidFill>
          <a:ln w="12700">
            <a:solidFill>
              <a:srgbClr val="000000">
                <a:alpha val="0"/>
              </a:srgbClr>
            </a:solidFill>
          </a:ln>
          <a:effectLst/>
        </p:spPr>
        <p:style>
          <a:lnRef idx="2">
            <a:schemeClr val="accent1"/>
          </a:lnRef>
          <a:fillRef idx="0">
            <a:schemeClr val="accent1"/>
          </a:fillRef>
          <a:effectRef idx="1">
            <a:schemeClr val="accent1"/>
          </a:effectRef>
          <a:fontRef idx="minor">
            <a:schemeClr val="tx1"/>
          </a:fontRef>
        </p:style>
        <p:txBody>
          <a:bodyPr rtlCol="0" anchor="ctr"/>
          <a:lstStyle/>
          <a:p>
            <a:pPr marL="0" marR="0" lvl="0" indent="0" algn="l" defTabSz="913393" rtl="0" eaLnBrk="1" fontAlgn="auto" latinLnBrk="0" hangingPunct="1">
              <a:lnSpc>
                <a:spcPct val="100000"/>
              </a:lnSpc>
              <a:spcBef>
                <a:spcPts val="0"/>
              </a:spcBef>
              <a:spcAft>
                <a:spcPts val="0"/>
              </a:spcAft>
              <a:buClrTx/>
              <a:buSzTx/>
              <a:buFontTx/>
              <a:buNone/>
              <a:tabLst/>
              <a:defRPr/>
            </a:pPr>
            <a:endParaRPr kumimoji="0" lang="en-US" sz="600" b="0" i="0" u="none" strike="noStrike" kern="1200" cap="none" spc="0" normalizeH="0" baseline="0" noProof="0" dirty="0">
              <a:ln>
                <a:noFill/>
              </a:ln>
              <a:solidFill>
                <a:prstClr val="black"/>
              </a:solidFill>
              <a:effectLst/>
              <a:uLnTx/>
              <a:uFillTx/>
              <a:latin typeface="Calibri"/>
              <a:ea typeface="+mn-ea"/>
              <a:cs typeface="Arial" panose="020B0604020202020204" pitchFamily="34" charset="0"/>
            </a:endParaRPr>
          </a:p>
        </p:txBody>
      </p:sp>
      <p:sp>
        <p:nvSpPr>
          <p:cNvPr id="8" name="Footer Placeholder 3">
            <a:extLst>
              <a:ext uri="{FF2B5EF4-FFF2-40B4-BE49-F238E27FC236}">
                <a16:creationId xmlns:a16="http://schemas.microsoft.com/office/drawing/2014/main" id="{6F242E51-DF16-4C1F-A071-C7488362798C}"/>
              </a:ext>
            </a:extLst>
          </p:cNvPr>
          <p:cNvSpPr txBox="1">
            <a:spLocks/>
          </p:cNvSpPr>
          <p:nvPr/>
        </p:nvSpPr>
        <p:spPr>
          <a:xfrm>
            <a:off x="4262618" y="3318894"/>
            <a:ext cx="248256" cy="126751"/>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2700" marR="0" lvl="0" indent="0" algn="l" defTabSz="914400" rtl="0" eaLnBrk="1" fontAlgn="auto" latinLnBrk="0" hangingPunct="1">
              <a:lnSpc>
                <a:spcPts val="675"/>
              </a:lnSpc>
              <a:spcBef>
                <a:spcPts val="0"/>
              </a:spcBef>
              <a:spcAft>
                <a:spcPts val="0"/>
              </a:spcAft>
              <a:buClrTx/>
              <a:buSzTx/>
              <a:buFontTx/>
              <a:buNone/>
              <a:tabLst/>
              <a:defRPr/>
            </a:pPr>
            <a:endParaRPr kumimoji="0" lang="en-IN" sz="600" b="0" i="0" u="none" strike="noStrike" kern="1200" cap="none" spc="-15" normalizeH="0" baseline="0" noProof="0" dirty="0">
              <a:ln>
                <a:noFill/>
              </a:ln>
              <a:solidFill>
                <a:prstClr val="white"/>
              </a:solidFill>
              <a:effectLst/>
              <a:uLnTx/>
              <a:uFillTx/>
              <a:latin typeface="Calibri"/>
              <a:ea typeface="+mn-ea"/>
              <a:cs typeface="Arial"/>
            </a:endParaRPr>
          </a:p>
        </p:txBody>
      </p:sp>
    </p:spTree>
    <p:extLst>
      <p:ext uri="{BB962C8B-B14F-4D97-AF65-F5344CB8AC3E}">
        <p14:creationId xmlns:p14="http://schemas.microsoft.com/office/powerpoint/2010/main" val="47907000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Freeform 20"/>
          <p:cNvSpPr/>
          <p:nvPr/>
        </p:nvSpPr>
        <p:spPr>
          <a:xfrm>
            <a:off x="2378" y="1785"/>
            <a:ext cx="4603757" cy="336543"/>
          </a:xfrm>
          <a:custGeom>
            <a:avLst/>
            <a:gdLst>
              <a:gd name="connsiteX0" fmla="*/ 0 w 2303995"/>
              <a:gd name="connsiteY0" fmla="*/ 140017 h 140017"/>
              <a:gd name="connsiteX1" fmla="*/ 2303995 w 2303995"/>
              <a:gd name="connsiteY1" fmla="*/ 140017 h 140017"/>
              <a:gd name="connsiteX2" fmla="*/ 2303995 w 2303995"/>
              <a:gd name="connsiteY2" fmla="*/ 0 h 140017"/>
              <a:gd name="connsiteX3" fmla="*/ 0 w 2303995"/>
              <a:gd name="connsiteY3" fmla="*/ 0 h 140017"/>
              <a:gd name="connsiteX4" fmla="*/ 0 w 2303995"/>
              <a:gd name="connsiteY4" fmla="*/ 140017 h 1400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03995" h="140017">
                <a:moveTo>
                  <a:pt x="0" y="140017"/>
                </a:moveTo>
                <a:lnTo>
                  <a:pt x="2303995" y="140017"/>
                </a:lnTo>
                <a:lnTo>
                  <a:pt x="2303995" y="0"/>
                </a:lnTo>
                <a:lnTo>
                  <a:pt x="0" y="0"/>
                </a:lnTo>
                <a:lnTo>
                  <a:pt x="0" y="140017"/>
                </a:lnTo>
                <a:close/>
              </a:path>
            </a:pathLst>
          </a:custGeom>
          <a:solidFill>
            <a:srgbClr val="4646B9">
              <a:alpha val="100000"/>
            </a:srgbClr>
          </a:solidFill>
          <a:ln w="12700">
            <a:solidFill>
              <a:srgbClr val="000000">
                <a:alpha val="0"/>
              </a:srgbClr>
            </a:solidFill>
          </a:ln>
          <a:effectLst/>
        </p:spPr>
        <p:style>
          <a:lnRef idx="2">
            <a:schemeClr val="accent1"/>
          </a:lnRef>
          <a:fillRef idx="0">
            <a:schemeClr val="accent1"/>
          </a:fillRef>
          <a:effectRef idx="1">
            <a:schemeClr val="accent1"/>
          </a:effectRef>
          <a:fontRef idx="minor">
            <a:schemeClr val="tx1"/>
          </a:fontRef>
        </p:style>
        <p:txBody>
          <a:bodyPr rtlCol="0" anchor="ctr"/>
          <a:lstStyle/>
          <a:p>
            <a:r>
              <a:rPr lang="en-US" sz="1400" dirty="0">
                <a:solidFill>
                  <a:srgbClr val="FFFFFF"/>
                </a:solidFill>
                <a:latin typeface="Times New Roman" panose="02020603050405020304" pitchFamily="18" charset="0"/>
                <a:cs typeface="Times New Roman" panose="02020603050405020304" pitchFamily="18" charset="0"/>
              </a:rPr>
              <a:t>Calculating z-Values</a:t>
            </a:r>
          </a:p>
        </p:txBody>
      </p:sp>
      <p:sp>
        <p:nvSpPr>
          <p:cNvPr id="25" name="TextBox 25"/>
          <p:cNvSpPr txBox="1"/>
          <p:nvPr/>
        </p:nvSpPr>
        <p:spPr>
          <a:xfrm>
            <a:off x="79179" y="543970"/>
            <a:ext cx="4431695" cy="507831"/>
          </a:xfrm>
          <a:prstGeom prst="rect">
            <a:avLst/>
          </a:prstGeom>
          <a:noFill/>
        </p:spPr>
        <p:txBody>
          <a:bodyPr wrap="square" lIns="0" tIns="0" rIns="0" bIns="0" rtlCol="0">
            <a:spAutoFit/>
          </a:bodyPr>
          <a:lstStyle/>
          <a:p>
            <a:pPr marL="171450" indent="-171450">
              <a:buFont typeface="Arial" panose="020B0604020202020204" pitchFamily="34" charset="0"/>
              <a:buChar char="•"/>
            </a:pPr>
            <a:endParaRPr lang="en-US" sz="1100" dirty="0"/>
          </a:p>
          <a:p>
            <a:pPr marL="171450" indent="-171450">
              <a:buFont typeface="Arial" panose="020B0604020202020204" pitchFamily="34" charset="0"/>
              <a:buChar char="•"/>
            </a:pPr>
            <a:endParaRPr lang="en-US" sz="1100" dirty="0"/>
          </a:p>
          <a:p>
            <a:pPr marL="171450" indent="-171450">
              <a:buFont typeface="Arial" panose="020B0604020202020204" pitchFamily="34" charset="0"/>
              <a:buChar char="•"/>
            </a:pPr>
            <a:endParaRPr lang="en-US" sz="1100" dirty="0"/>
          </a:p>
        </p:txBody>
      </p:sp>
      <p:sp>
        <p:nvSpPr>
          <p:cNvPr id="5" name="Freeform 22">
            <a:extLst>
              <a:ext uri="{FF2B5EF4-FFF2-40B4-BE49-F238E27FC236}">
                <a16:creationId xmlns:a16="http://schemas.microsoft.com/office/drawing/2014/main" id="{60367993-E6D8-4B4C-AC49-FCF20132C713}"/>
              </a:ext>
            </a:extLst>
          </p:cNvPr>
          <p:cNvSpPr/>
          <p:nvPr/>
        </p:nvSpPr>
        <p:spPr>
          <a:xfrm>
            <a:off x="4758" y="3366796"/>
            <a:ext cx="4603755" cy="95027"/>
          </a:xfrm>
          <a:custGeom>
            <a:avLst/>
            <a:gdLst>
              <a:gd name="connsiteX0" fmla="*/ 0 w 1535976"/>
              <a:gd name="connsiteY0" fmla="*/ 109651 h 109651"/>
              <a:gd name="connsiteX1" fmla="*/ 1535976 w 1535976"/>
              <a:gd name="connsiteY1" fmla="*/ 109651 h 109651"/>
              <a:gd name="connsiteX2" fmla="*/ 1535976 w 1535976"/>
              <a:gd name="connsiteY2" fmla="*/ 0 h 109651"/>
              <a:gd name="connsiteX3" fmla="*/ 0 w 1535976"/>
              <a:gd name="connsiteY3" fmla="*/ 0 h 109651"/>
              <a:gd name="connsiteX4" fmla="*/ 0 w 1535976"/>
              <a:gd name="connsiteY4" fmla="*/ 109651 h 1096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35976" h="109651">
                <a:moveTo>
                  <a:pt x="0" y="109651"/>
                </a:moveTo>
                <a:lnTo>
                  <a:pt x="1535976" y="109651"/>
                </a:lnTo>
                <a:lnTo>
                  <a:pt x="1535976" y="0"/>
                </a:lnTo>
                <a:lnTo>
                  <a:pt x="0" y="0"/>
                </a:lnTo>
                <a:lnTo>
                  <a:pt x="0" y="109651"/>
                </a:lnTo>
                <a:close/>
              </a:path>
            </a:pathLst>
          </a:custGeom>
          <a:solidFill>
            <a:srgbClr val="4646B9">
              <a:alpha val="100000"/>
            </a:srgbClr>
          </a:solidFill>
          <a:ln w="12700">
            <a:solidFill>
              <a:srgbClr val="000000">
                <a:alpha val="0"/>
              </a:srgbClr>
            </a:solidFill>
          </a:ln>
          <a:effectLst/>
        </p:spPr>
        <p:style>
          <a:lnRef idx="2">
            <a:schemeClr val="accent1"/>
          </a:lnRef>
          <a:fillRef idx="0">
            <a:schemeClr val="accent1"/>
          </a:fillRef>
          <a:effectRef idx="1">
            <a:schemeClr val="accent1"/>
          </a:effectRef>
          <a:fontRef idx="minor">
            <a:schemeClr val="tx1"/>
          </a:fontRef>
        </p:style>
        <p:txBody>
          <a:bodyPr rtlCol="0" anchor="ctr"/>
          <a:lstStyle/>
          <a:p>
            <a:pPr marL="0" marR="0" lvl="0" indent="0" algn="l" defTabSz="913393" rtl="0" eaLnBrk="1" fontAlgn="auto" latinLnBrk="0" hangingPunct="1">
              <a:lnSpc>
                <a:spcPct val="100000"/>
              </a:lnSpc>
              <a:spcBef>
                <a:spcPts val="0"/>
              </a:spcBef>
              <a:spcAft>
                <a:spcPts val="0"/>
              </a:spcAft>
              <a:buClrTx/>
              <a:buSzTx/>
              <a:buFontTx/>
              <a:buNone/>
              <a:tabLst/>
              <a:defRPr/>
            </a:pPr>
            <a:endParaRPr kumimoji="0" lang="en-US" sz="600" b="0" i="0" u="none" strike="noStrike" kern="1200" cap="none" spc="0" normalizeH="0" baseline="0" noProof="0" dirty="0">
              <a:ln>
                <a:noFill/>
              </a:ln>
              <a:solidFill>
                <a:prstClr val="black"/>
              </a:solidFill>
              <a:effectLst/>
              <a:uLnTx/>
              <a:uFillTx/>
              <a:latin typeface="Calibri"/>
              <a:ea typeface="+mn-ea"/>
              <a:cs typeface="Arial" panose="020B0604020202020204" pitchFamily="34" charset="0"/>
            </a:endParaRPr>
          </a:p>
        </p:txBody>
      </p:sp>
      <p:sp>
        <p:nvSpPr>
          <p:cNvPr id="8" name="Footer Placeholder 3">
            <a:extLst>
              <a:ext uri="{FF2B5EF4-FFF2-40B4-BE49-F238E27FC236}">
                <a16:creationId xmlns:a16="http://schemas.microsoft.com/office/drawing/2014/main" id="{6F242E51-DF16-4C1F-A071-C7488362798C}"/>
              </a:ext>
            </a:extLst>
          </p:cNvPr>
          <p:cNvSpPr txBox="1">
            <a:spLocks/>
          </p:cNvSpPr>
          <p:nvPr/>
        </p:nvSpPr>
        <p:spPr>
          <a:xfrm>
            <a:off x="4262618" y="3318894"/>
            <a:ext cx="248256" cy="126751"/>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2700" marR="0" lvl="0" indent="0" algn="l" defTabSz="914400" rtl="0" eaLnBrk="1" fontAlgn="auto" latinLnBrk="0" hangingPunct="1">
              <a:lnSpc>
                <a:spcPts val="675"/>
              </a:lnSpc>
              <a:spcBef>
                <a:spcPts val="0"/>
              </a:spcBef>
              <a:spcAft>
                <a:spcPts val="0"/>
              </a:spcAft>
              <a:buClrTx/>
              <a:buSzTx/>
              <a:buFontTx/>
              <a:buNone/>
              <a:tabLst/>
              <a:defRPr/>
            </a:pPr>
            <a:endParaRPr kumimoji="0" lang="en-IN" sz="600" b="0" i="0" u="none" strike="noStrike" kern="1200" cap="none" spc="-15" normalizeH="0" baseline="0" noProof="0" dirty="0">
              <a:ln>
                <a:noFill/>
              </a:ln>
              <a:solidFill>
                <a:prstClr val="white"/>
              </a:solidFill>
              <a:effectLst/>
              <a:uLnTx/>
              <a:uFillTx/>
              <a:latin typeface="Calibri"/>
              <a:ea typeface="+mn-ea"/>
              <a:cs typeface="Arial"/>
            </a:endParaRPr>
          </a:p>
        </p:txBody>
      </p:sp>
      <p:pic>
        <p:nvPicPr>
          <p:cNvPr id="2" name="Picture 1">
            <a:extLst>
              <a:ext uri="{FF2B5EF4-FFF2-40B4-BE49-F238E27FC236}">
                <a16:creationId xmlns:a16="http://schemas.microsoft.com/office/drawing/2014/main" id="{5F1F1CCE-A087-460C-BB67-9143E0C15340}"/>
              </a:ext>
            </a:extLst>
          </p:cNvPr>
          <p:cNvPicPr>
            <a:picLocks noChangeAspect="1"/>
          </p:cNvPicPr>
          <p:nvPr/>
        </p:nvPicPr>
        <p:blipFill>
          <a:blip r:embed="rId3"/>
          <a:stretch>
            <a:fillRect/>
          </a:stretch>
        </p:blipFill>
        <p:spPr>
          <a:xfrm>
            <a:off x="109696" y="429351"/>
            <a:ext cx="4389120" cy="2597285"/>
          </a:xfrm>
          <a:prstGeom prst="rect">
            <a:avLst/>
          </a:prstGeom>
        </p:spPr>
      </p:pic>
    </p:spTree>
    <p:extLst>
      <p:ext uri="{BB962C8B-B14F-4D97-AF65-F5344CB8AC3E}">
        <p14:creationId xmlns:p14="http://schemas.microsoft.com/office/powerpoint/2010/main" val="574945309"/>
      </p:ext>
    </p:extLst>
  </p:cSld>
  <p:clrMapOvr>
    <a:masterClrMapping/>
  </p:clrMapOvr>
</p:sld>
</file>

<file path=ppt/theme/theme1.xml><?xml version="1.0" encoding="utf-8"?>
<a:theme xmlns:a="http://schemas.openxmlformats.org/drawingml/2006/main" name="1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23641</TotalTime>
  <Words>1519</Words>
  <Application>Microsoft Office PowerPoint</Application>
  <PresentationFormat>Custom</PresentationFormat>
  <Paragraphs>255</Paragraphs>
  <Slides>30</Slides>
  <Notes>29</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30</vt:i4>
      </vt:variant>
    </vt:vector>
  </HeadingPairs>
  <TitlesOfParts>
    <vt:vector size="36" baseType="lpstr">
      <vt:lpstr>宋体</vt:lpstr>
      <vt:lpstr>Arial</vt:lpstr>
      <vt:lpstr>Calibri</vt:lpstr>
      <vt:lpstr>Cambria Math</vt:lpstr>
      <vt:lpstr>Times New Roman</vt:lpstr>
      <vt:lpstr>1_Office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Sindhu Alapati</dc:creator>
  <cp:lastModifiedBy>sindhu</cp:lastModifiedBy>
  <cp:revision>962</cp:revision>
  <dcterms:created xsi:type="dcterms:W3CDTF">2011-01-21T15:00:27Z</dcterms:created>
  <dcterms:modified xsi:type="dcterms:W3CDTF">2025-08-12T03:33:22Z</dcterms:modified>
</cp:coreProperties>
</file>